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handoutMasterIdLst>
    <p:handoutMasterId r:id="rId20"/>
  </p:handoutMasterIdLst>
  <p:sldIdLst>
    <p:sldId id="15051996" r:id="rId3"/>
    <p:sldId id="15052152" r:id="rId4"/>
    <p:sldId id="15052154" r:id="rId5"/>
    <p:sldId id="15052161" r:id="rId6"/>
    <p:sldId id="15052162" r:id="rId7"/>
    <p:sldId id="15052163" r:id="rId8"/>
    <p:sldId id="15052164" r:id="rId9"/>
    <p:sldId id="15052165" r:id="rId10"/>
    <p:sldId id="15052166" r:id="rId11"/>
    <p:sldId id="15052153" r:id="rId12"/>
    <p:sldId id="15052155" r:id="rId13"/>
    <p:sldId id="15052171" r:id="rId15"/>
    <p:sldId id="15052173" r:id="rId16"/>
    <p:sldId id="15052174" r:id="rId17"/>
    <p:sldId id="15051907" r:id="rId18"/>
    <p:sldId id="1505199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5051996"/>
            <p14:sldId id="15052152"/>
            <p14:sldId id="15052154"/>
            <p14:sldId id="15052161"/>
            <p14:sldId id="15052162"/>
            <p14:sldId id="15052163"/>
            <p14:sldId id="15052164"/>
            <p14:sldId id="15052165"/>
            <p14:sldId id="15052166"/>
            <p14:sldId id="15052153"/>
            <p14:sldId id="15052155"/>
            <p14:sldId id="15052171"/>
            <p14:sldId id="15052173"/>
            <p14:sldId id="15052174"/>
            <p14:sldId id="15051907"/>
            <p14:sldId id="15051999"/>
          </p14:sldIdLst>
        </p14:section>
      </p14:sectionLst>
    </p:ext>
    <p:ext uri="{EFAFB233-063F-42B5-8137-9DF3F51BA10A}">
      <p15:sldGuideLst xmlns:p15="http://schemas.microsoft.com/office/powerpoint/2012/main">
        <p15:guide id="1" orient="horz" pos="2330" userDrawn="1">
          <p15:clr>
            <a:srgbClr val="A4A3A4"/>
          </p15:clr>
        </p15:guide>
        <p15:guide id="2" pos="3849" userDrawn="1">
          <p15:clr>
            <a:srgbClr val="A4A3A4"/>
          </p15:clr>
        </p15:guide>
        <p15:guide id="3" pos="251" userDrawn="1">
          <p15:clr>
            <a:srgbClr val="A4A3A4"/>
          </p15:clr>
        </p15:guide>
        <p15:guide id="4" pos="7562" userDrawn="1">
          <p15:clr>
            <a:srgbClr val="A4A3A4"/>
          </p15:clr>
        </p15:guide>
        <p15:guide id="5" orient="horz" pos="133" userDrawn="1">
          <p15:clr>
            <a:srgbClr val="A4A3A4"/>
          </p15:clr>
        </p15:guide>
        <p15:guide id="6" orient="horz" pos="412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AAAAA"/>
    <a:srgbClr val="B497DE"/>
    <a:srgbClr val="A5C0F0"/>
    <a:srgbClr val="E7F0FD"/>
    <a:srgbClr val="EDF5FF"/>
    <a:srgbClr val="748462"/>
    <a:srgbClr val="DFE8FB"/>
    <a:srgbClr val="00CDFF"/>
    <a:srgbClr val="2970EB"/>
    <a:srgbClr val="2A70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00"/>
    <p:restoredTop sz="97013"/>
  </p:normalViewPr>
  <p:slideViewPr>
    <p:cSldViewPr snapToGrid="0" snapToObjects="1" showGuides="1">
      <p:cViewPr varScale="1">
        <p:scale>
          <a:sx n="131" d="100"/>
          <a:sy n="131" d="100"/>
        </p:scale>
        <p:origin x="728" y="184"/>
      </p:cViewPr>
      <p:guideLst>
        <p:guide orient="horz" pos="2330"/>
        <p:guide pos="3849"/>
        <p:guide pos="251"/>
        <p:guide pos="7562"/>
        <p:guide orient="horz" pos="133"/>
        <p:guide orient="horz" pos="4120"/>
      </p:guideLst>
    </p:cSldViewPr>
  </p:slideViewPr>
  <p:outlineViewPr>
    <p:cViewPr>
      <p:scale>
        <a:sx n="33" d="100"/>
        <a:sy n="33" d="100"/>
      </p:scale>
      <p:origin x="0" y="-4744"/>
    </p:cViewPr>
  </p:outlineViewPr>
  <p:notesTextViewPr>
    <p:cViewPr>
      <p:scale>
        <a:sx n="95" d="100"/>
        <a:sy n="95" d="100"/>
      </p:scale>
      <p:origin x="0" y="0"/>
    </p:cViewPr>
  </p:notesTextViewPr>
  <p:sorterViewPr>
    <p:cViewPr>
      <p:scale>
        <a:sx n="200" d="100"/>
        <a:sy n="200" d="100"/>
      </p:scale>
      <p:origin x="0" y="0"/>
    </p:cViewPr>
  </p:sorterViewPr>
  <p:notesViewPr>
    <p:cSldViewPr snapToGrid="0" snapToObjects="1">
      <p:cViewPr varScale="1">
        <p:scale>
          <a:sx n="86" d="100"/>
          <a:sy n="86" d="100"/>
        </p:scale>
        <p:origin x="2424" y="2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Microsoft YaHei" panose="020B0402040204020203" pitchFamily="34" charset="-122"/>
              <a:ea typeface="Microsoft YaHei" panose="020B0402040204020203"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Microsoft YaHei" panose="020B0402040204020203" pitchFamily="34" charset="-122"/>
                <a:ea typeface="Microsoft YaHei" panose="020B0402040204020203" pitchFamily="34" charset="-122"/>
              </a:rPr>
            </a:fld>
            <a:endParaRPr kumimoji="1" lang="zh-CN" altLang="en-US" dirty="0">
              <a:latin typeface="Microsoft YaHei" panose="020B0402040204020203" pitchFamily="34" charset="-122"/>
              <a:ea typeface="Microsoft YaHei" panose="020B0402040204020203"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Microsoft YaHei" panose="020B0402040204020203" pitchFamily="34" charset="-122"/>
              <a:ea typeface="Microsoft YaHei" panose="020B0402040204020203"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Microsoft YaHei" panose="020B0402040204020203" pitchFamily="34" charset="-122"/>
                <a:ea typeface="Microsoft YaHei" panose="020B0402040204020203" pitchFamily="34" charset="-122"/>
              </a:rPr>
            </a:fld>
            <a:endParaRPr kumimoji="1" lang="zh-CN" altLang="en-US" dirty="0">
              <a:latin typeface="Microsoft YaHei" panose="020B0402040204020203" pitchFamily="34" charset="-122"/>
              <a:ea typeface="Microsoft YaHei" panose="020B0402040204020203"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icrosoft YaHei" panose="020B0402040204020203" pitchFamily="34" charset="-122"/>
                <a:ea typeface="Microsoft YaHei" panose="020B0402040204020203"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icrosoft YaHei" panose="020B0402040204020203" pitchFamily="34" charset="-122"/>
                <a:ea typeface="Microsoft YaHei" panose="020B0402040204020203" pitchFamily="34" charset="-122"/>
              </a:defRPr>
            </a:lvl1pPr>
          </a:lstStyle>
          <a:p>
            <a:fld id="{ECA5D1CA-E7AD-0541-B262-65F1E0DA9722}" type="datetimeFigureOut">
              <a:rPr kumimoji="1" lang="zh-CN" altLang="en-US" smtClean="0"/>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icrosoft YaHei" panose="020B0402040204020203" pitchFamily="34" charset="-122"/>
                <a:ea typeface="Microsoft YaHei" panose="020B0402040204020203"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icrosoft YaHei" panose="020B0402040204020203" pitchFamily="34" charset="-122"/>
                <a:ea typeface="Microsoft YaHei" panose="020B0402040204020203" pitchFamily="34" charset="-122"/>
              </a:defRPr>
            </a:lvl1pPr>
          </a:lstStyle>
          <a:p>
            <a:fld id="{7D740BD7-1B7C-F34E-AE28-38FEB5E5D81B}" type="slidenum">
              <a:rPr kumimoji="1" lang="zh-CN" altLang="en-US" smtClean="0"/>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icrosoft YaHei" panose="020B0402040204020203" pitchFamily="34" charset="-122"/>
        <a:ea typeface="Microsoft YaHei" panose="020B0402040204020203" pitchFamily="34" charset="-122"/>
        <a:cs typeface="+mn-cs"/>
      </a:defRPr>
    </a:lvl1pPr>
    <a:lvl2pPr marL="457200" algn="l" defTabSz="914400" rtl="0" eaLnBrk="1" latinLnBrk="0" hangingPunct="1">
      <a:defRPr sz="1200" b="0" i="0" kern="1200">
        <a:solidFill>
          <a:schemeClr val="tx1"/>
        </a:solidFill>
        <a:latin typeface="Microsoft YaHei" panose="020B0402040204020203" pitchFamily="34" charset="-122"/>
        <a:ea typeface="Microsoft YaHei" panose="020B0402040204020203" pitchFamily="34" charset="-122"/>
        <a:cs typeface="+mn-cs"/>
      </a:defRPr>
    </a:lvl2pPr>
    <a:lvl3pPr marL="914400" algn="l" defTabSz="914400" rtl="0" eaLnBrk="1" latinLnBrk="0" hangingPunct="1">
      <a:defRPr sz="1200" b="0" i="0" kern="1200">
        <a:solidFill>
          <a:schemeClr val="tx1"/>
        </a:solidFill>
        <a:latin typeface="Microsoft YaHei" panose="020B0402040204020203" pitchFamily="34" charset="-122"/>
        <a:ea typeface="Microsoft YaHei" panose="020B0402040204020203" pitchFamily="34" charset="-122"/>
        <a:cs typeface="+mn-cs"/>
      </a:defRPr>
    </a:lvl3pPr>
    <a:lvl4pPr marL="1371600" algn="l" defTabSz="914400" rtl="0" eaLnBrk="1" latinLnBrk="0" hangingPunct="1">
      <a:defRPr sz="1200" b="0" i="0" kern="1200">
        <a:solidFill>
          <a:schemeClr val="tx1"/>
        </a:solidFill>
        <a:latin typeface="Microsoft YaHei" panose="020B0402040204020203" pitchFamily="34" charset="-122"/>
        <a:ea typeface="Microsoft YaHei" panose="020B0402040204020203" pitchFamily="34" charset="-122"/>
        <a:cs typeface="+mn-cs"/>
      </a:defRPr>
    </a:lvl4pPr>
    <a:lvl5pPr marL="1828800" algn="l" defTabSz="914400" rtl="0" eaLnBrk="1" latinLnBrk="0" hangingPunct="1">
      <a:defRPr sz="1200" b="0" i="0" kern="1200">
        <a:solidFill>
          <a:schemeClr val="tx1"/>
        </a:solidFill>
        <a:latin typeface="Microsoft YaHei" panose="020B0402040204020203" pitchFamily="34" charset="-122"/>
        <a:ea typeface="Microsoft YaHei" panose="020B0402040204020203"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2.GIF"/><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402040204020203" charset="-122"/>
                <a:ea typeface="微软雅黑" panose="020B0402040204020203" charset="-122"/>
                <a:cs typeface="微软雅黑" panose="020B0402040204020203" charset="-122"/>
                <a:sym typeface="Microsoft YaHei Bold" panose="020B0402040204020203" charset="-122"/>
              </a:rPr>
              <a:t>版权所有</a:t>
            </a:r>
            <a:r>
              <a:rPr lang="en-US" altLang="zh-CN" sz="900" dirty="0">
                <a:solidFill>
                  <a:schemeClr val="bg1">
                    <a:alpha val="50000"/>
                  </a:schemeClr>
                </a:solidFill>
                <a:latin typeface="微软雅黑" panose="020B0402040204020203" charset="-122"/>
                <a:ea typeface="微软雅黑" panose="020B0402040204020203" charset="-122"/>
                <a:cs typeface="微软雅黑" panose="020B0402040204020203" charset="-122"/>
                <a:sym typeface="Helvetica Neue" panose="02000503000000020004" charset="0"/>
              </a:rPr>
              <a:t>©1993-2025</a:t>
            </a:r>
            <a:r>
              <a:rPr lang="zh-CN" altLang="en-US" sz="900" dirty="0">
                <a:solidFill>
                  <a:schemeClr val="bg1">
                    <a:alpha val="50000"/>
                  </a:schemeClr>
                </a:solidFill>
                <a:latin typeface="微软雅黑" panose="020B0402040204020203" charset="-122"/>
                <a:ea typeface="微软雅黑" panose="020B0402040204020203" charset="-122"/>
                <a:cs typeface="微软雅黑" panose="020B0402040204020203" charset="-122"/>
                <a:sym typeface="Helvetica Neue" panose="02000503000000020004" charset="0"/>
              </a:rPr>
              <a:t>  </a:t>
            </a:r>
            <a:r>
              <a:rPr lang="zh-CN" altLang="en-US" sz="900" dirty="0">
                <a:solidFill>
                  <a:schemeClr val="bg1">
                    <a:alpha val="50000"/>
                  </a:schemeClr>
                </a:solidFill>
                <a:latin typeface="微软雅黑" panose="020B0402040204020203" charset="-122"/>
                <a:ea typeface="微软雅黑" panose="020B0402040204020203" charset="-122"/>
                <a:cs typeface="微软雅黑" panose="020B0402040204020203" charset="-122"/>
                <a:sym typeface="Microsoft YaHei Bold" panose="020B0402040204020203" charset="-122"/>
              </a:rPr>
              <a:t>金蝶国际软件集团有限公司</a:t>
            </a:r>
            <a:endParaRPr lang="zh-CN" altLang="en-US" sz="900" dirty="0">
              <a:solidFill>
                <a:schemeClr val="bg1">
                  <a:alpha val="50000"/>
                </a:schemeClr>
              </a:solidFill>
              <a:latin typeface="微软雅黑" panose="020B0402040204020203" charset="-122"/>
              <a:ea typeface="微软雅黑" panose="020B0402040204020203" charset="-122"/>
              <a:cs typeface="微软雅黑" panose="020B0402040204020203" charset="-122"/>
              <a:sym typeface="Microsoft YaHei Bold" panose="020B0402040204020203" charset="-122"/>
            </a:endParaRP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endParaRPr kumimoji="1" lang="zh-CN" altLang="en-US" dirty="0"/>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402040204020203" charset="-122"/>
                <a:ea typeface="微软雅黑" panose="020B0402040204020203" charset="-122"/>
                <a:cs typeface="微软雅黑" panose="020B0402040204020203" charset="-122"/>
              </a:defRPr>
            </a:lvl1pPr>
            <a:lvl2pPr marL="231140" indent="-159385">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stStyle>
          <a:p>
            <a:pPr lvl="0"/>
            <a:r>
              <a:rPr lang="zh-CN" altLang="en-US" dirty="0"/>
              <a:t>撰稿人</a:t>
            </a:r>
            <a:endParaRPr lang="zh-CN" altLang="en-US" dirty="0"/>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402040204020203" charset="-122"/>
                <a:ea typeface="微软雅黑" panose="020B0402040204020203" charset="-122"/>
                <a:cs typeface="微软雅黑" panose="020B0402040204020203" charset="-122"/>
              </a:defRPr>
            </a:lvl1pPr>
            <a:lvl2pPr marL="231140" indent="-159385">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stStyle>
          <a:p>
            <a:pPr lvl="0"/>
            <a:r>
              <a:rPr lang="zh-CN" altLang="en-US" dirty="0"/>
              <a:t>撰稿部门</a:t>
            </a:r>
            <a:endParaRPr lang="zh-CN" altLang="en-US" dirty="0"/>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402040204020203" charset="-122"/>
                <a:ea typeface="微软雅黑" panose="020B0402040204020203" charset="-122"/>
                <a:cs typeface="微软雅黑" panose="020B0402040204020203" charset="-122"/>
              </a:defRPr>
            </a:lvl1pPr>
            <a:lvl2pPr marL="231140" indent="-159385">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402040204020203" charset="-122"/>
                <a:ea typeface="微软雅黑" panose="020B0402040204020203" charset="-122"/>
                <a:cs typeface="微软雅黑" panose="020B0402040204020203" charset="-122"/>
              </a:defRPr>
            </a:lvl1pPr>
          </a:lstStyle>
          <a:p>
            <a:pPr lvl="0"/>
            <a:r>
              <a:rPr dirty="0">
                <a:solidFill>
                  <a:schemeClr val="accent1">
                    <a:lumMod val="75000"/>
                  </a:schemeClr>
                </a:solidFill>
              </a:rPr>
              <a:t> </a:t>
            </a:r>
            <a:r>
              <a:rPr lang="zh-CN" altLang="zh-CN" sz="900" b="0" i="0" dirty="0">
                <a:solidFill>
                  <a:schemeClr val="accent1">
                    <a:lumMod val="75000"/>
                  </a:schemeClr>
                </a:solidFill>
                <a:latin typeface="Microsoft YaHei" panose="020B0402040204020203" pitchFamily="34" charset="-122"/>
                <a:ea typeface="Microsoft YaHei" panose="020B0402040204020203" pitchFamily="34" charset="-122"/>
              </a:rPr>
              <a:t>①</a:t>
            </a:r>
            <a:r>
              <a:rPr lang="zh-CN" altLang="en-US" sz="900" b="0" i="0" dirty="0">
                <a:solidFill>
                  <a:schemeClr val="accent1">
                    <a:lumMod val="75000"/>
                  </a:schemeClr>
                </a:solidFill>
                <a:latin typeface="Microsoft YaHei" panose="020B0402040204020203" pitchFamily="34" charset="-122"/>
                <a:ea typeface="Microsoft YaHei" panose="020B0402040204020203" pitchFamily="34" charset="-122"/>
              </a:rPr>
              <a:t> </a:t>
            </a:r>
            <a:r>
              <a:rPr lang="zh-CN" altLang="zh-CN" sz="900" b="0" i="0" dirty="0">
                <a:solidFill>
                  <a:schemeClr val="accent1">
                    <a:lumMod val="75000"/>
                  </a:schemeClr>
                </a:solidFill>
                <a:latin typeface="Microsoft YaHei" panose="020B0402040204020203" pitchFamily="34" charset="-122"/>
                <a:ea typeface="Microsoft YaHei" panose="020B0402040204020203" pitchFamily="34" charset="-122"/>
              </a:rPr>
              <a:t>绝密信息 严禁泄露</a:t>
            </a:r>
            <a:endParaRPr sz="900" b="0" i="0" kern="1200" spc="0" baseline="0" dirty="0">
              <a:solidFill>
                <a:schemeClr val="accent1">
                  <a:lumMod val="75000"/>
                </a:schemeClr>
              </a:solidFill>
              <a:latin typeface="微软雅黑" panose="020B0402040204020203" charset="-122"/>
              <a:ea typeface="微软雅黑" panose="020B0402040204020203"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610"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402040204020203" pitchFamily="34" charset="-122"/>
                <a:ea typeface="Microsoft YaHei" panose="020B0402040204020203" pitchFamily="34" charset="-122"/>
                <a:cs typeface="Microsoft YaHei" panose="020B0402040204020203" pitchFamily="34" charset="-122"/>
                <a:sym typeface="Helvetica Neue" panose="02000503000000020004"/>
              </a:rPr>
            </a:fld>
            <a:endParaRPr kumimoji="0" lang="en-US" altLang="zh-CN" sz="1000" b="0" i="0" kern="0" dirty="0">
              <a:solidFill>
                <a:srgbClr val="2A71EC"/>
              </a:solidFill>
              <a:latin typeface="Microsoft YaHei" panose="020B0402040204020203" pitchFamily="34" charset="-122"/>
              <a:ea typeface="Microsoft YaHei" panose="020B0402040204020203" pitchFamily="34" charset="-122"/>
              <a:cs typeface="Microsoft YaHei" panose="020B0402040204020203" pitchFamily="34" charset="-122"/>
              <a:sym typeface="Helvetica Neue" panose="02000503000000020004"/>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endParaRPr kumimoji="1" lang="zh-CN" altLang="en-US" dirty="0"/>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402040204020203" charset="-122"/>
                <a:ea typeface="微软雅黑" panose="020B0402040204020203" charset="-122"/>
                <a:cs typeface="微软雅黑" panose="020B0402040204020203"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402040204020203" charset="-122"/>
                <a:ea typeface="微软雅黑" panose="020B0402040204020203" charset="-122"/>
              </a:rPr>
              <a:t>① 绝密信息 严禁泄露</a:t>
            </a:r>
            <a:endParaRPr lang="zh-CN" altLang="en-US" sz="935" kern="1200" dirty="0">
              <a:solidFill>
                <a:schemeClr val="bg1">
                  <a:lumMod val="50000"/>
                </a:schemeClr>
              </a:solidFill>
              <a:latin typeface="微软雅黑" panose="020B0402040204020203" charset="-122"/>
              <a:ea typeface="微软雅黑" panose="020B0402040204020203" charset="-122"/>
            </a:endParaRP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402040204020203" pitchFamily="34" charset="-122"/>
                <a:ea typeface="Microsoft YaHei" panose="020B0402040204020203"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402040204020203" pitchFamily="34" charset="-122"/>
                <a:ea typeface="Microsoft YaHei" panose="020B0402040204020203" pitchFamily="34" charset="-122"/>
              </a:rPr>
              <a:t>副标题，微软雅黑常规</a:t>
            </a:r>
            <a:r>
              <a:rPr lang="en-US" altLang="zh-CN" sz="1600" dirty="0">
                <a:solidFill>
                  <a:schemeClr val="tx1">
                    <a:lumMod val="85000"/>
                    <a:lumOff val="15000"/>
                  </a:schemeClr>
                </a:solidFill>
                <a:latin typeface="Microsoft YaHei" panose="020B0402040204020203" pitchFamily="34" charset="-122"/>
                <a:ea typeface="Microsoft YaHei" panose="020B0402040204020203" pitchFamily="34" charset="-122"/>
              </a:rPr>
              <a:t>16</a:t>
            </a:r>
            <a:r>
              <a:rPr lang="zh-CN" altLang="en-US" sz="1600" dirty="0">
                <a:solidFill>
                  <a:schemeClr val="tx1">
                    <a:lumMod val="85000"/>
                    <a:lumOff val="15000"/>
                  </a:schemeClr>
                </a:solidFill>
                <a:latin typeface="Microsoft YaHei" panose="020B0402040204020203" pitchFamily="34" charset="-122"/>
                <a:ea typeface="Microsoft YaHei" panose="020B0402040204020203" pitchFamily="3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endParaRPr kumimoji="1" lang="zh-CN" altLang="en-US" dirty="0"/>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endParaRPr kumimoji="1" lang="zh-CN" altLang="en-US" dirty="0"/>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endParaRPr kumimoji="1" lang="zh-CN" altLang="en-US" dirty="0"/>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402040204020203" charset="-122"/>
                <a:ea typeface="微软雅黑" panose="020B0402040204020203" charset="-122"/>
                <a:cs typeface="微软雅黑" panose="020B0402040204020203" charset="-122"/>
                <a:sym typeface="Helvetica Neue" panose="02000503000000020004"/>
              </a:rPr>
            </a:fld>
            <a:endParaRPr kumimoji="0" lang="en-US" altLang="zh-CN" sz="1000" b="0" kern="0" dirty="0">
              <a:solidFill>
                <a:srgbClr val="2A71EC"/>
              </a:solidFill>
              <a:latin typeface="微软雅黑" panose="020B0402040204020203" charset="-122"/>
              <a:ea typeface="微软雅黑" panose="020B0402040204020203" charset="-122"/>
              <a:cs typeface="微软雅黑" panose="020B0402040204020203" charset="-122"/>
              <a:sym typeface="Helvetica Neue" panose="02000503000000020004"/>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stStyle>
          <a:p>
            <a:pPr lvl="0"/>
            <a:r>
              <a:rPr lang="zh-CN" altLang="en-US" dirty="0"/>
              <a:t>单击此处编辑文本样式，内文行距</a:t>
            </a:r>
            <a:r>
              <a:rPr lang="en-US" altLang="zh-CN" dirty="0"/>
              <a:t>1.3</a:t>
            </a:r>
            <a:endParaRPr lang="en-US" altLang="zh-CN" dirty="0"/>
          </a:p>
          <a:p>
            <a:pPr lvl="0"/>
            <a:endParaRPr lang="en-US" altLang="zh-CN" dirty="0"/>
          </a:p>
          <a:p>
            <a:pPr lvl="0"/>
            <a:endParaRPr lang="zh-CN" altLang="en-US" dirty="0"/>
          </a:p>
        </p:txBody>
      </p:sp>
      <p:sp>
        <p:nvSpPr>
          <p:cNvPr id="8"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402040204020203" pitchFamily="34" charset="-122"/>
                <a:ea typeface="Microsoft YaHei" panose="020B0402040204020203"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402040204020203" pitchFamily="34" charset="-122"/>
                <a:ea typeface="Microsoft YaHei" panose="020B0402040204020203" pitchFamily="34" charset="-122"/>
              </a:rPr>
              <a:t>副标题，微软雅黑常规</a:t>
            </a:r>
            <a:r>
              <a:rPr lang="en-US" altLang="zh-CN" sz="1600" dirty="0">
                <a:solidFill>
                  <a:schemeClr val="tx1">
                    <a:lumMod val="85000"/>
                    <a:lumOff val="15000"/>
                  </a:schemeClr>
                </a:solidFill>
                <a:latin typeface="Microsoft YaHei" panose="020B0402040204020203" pitchFamily="34" charset="-122"/>
                <a:ea typeface="Microsoft YaHei" panose="020B0402040204020203" pitchFamily="34" charset="-122"/>
              </a:rPr>
              <a:t>16</a:t>
            </a:r>
            <a:r>
              <a:rPr lang="zh-CN" altLang="en-US" sz="1600" dirty="0">
                <a:solidFill>
                  <a:schemeClr val="tx1">
                    <a:lumMod val="85000"/>
                    <a:lumOff val="15000"/>
                  </a:schemeClr>
                </a:solidFill>
                <a:latin typeface="Microsoft YaHei" panose="020B0402040204020203" pitchFamily="34" charset="-122"/>
                <a:ea typeface="Microsoft YaHei" panose="020B0402040204020203" pitchFamily="34" charset="-122"/>
              </a:rPr>
              <a:t>磅，标题无须标点符号结尾（可删除）</a:t>
            </a:r>
            <a:endParaRPr kumimoji="1" lang="zh-CN" altLang="en-US" dirty="0"/>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402040204020203" charset="-122"/>
                <a:ea typeface="微软雅黑" panose="020B0402040204020203" charset="-122"/>
                <a:cs typeface="微软雅黑" panose="020B0402040204020203"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402040204020203" charset="-122"/>
                <a:ea typeface="微软雅黑" panose="020B0402040204020203" charset="-122"/>
              </a:rPr>
              <a:t>① 绝密信息 严禁泄露</a:t>
            </a:r>
            <a:endParaRPr lang="zh-CN" altLang="en-US" sz="935" kern="1200" dirty="0">
              <a:solidFill>
                <a:schemeClr val="bg1">
                  <a:lumMod val="50000"/>
                </a:schemeClr>
              </a:solidFill>
              <a:latin typeface="微软雅黑" panose="020B0402040204020203" charset="-122"/>
              <a:ea typeface="微软雅黑" panose="020B0402040204020203"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panose="02000503000000020004"/>
              </a:defRPr>
            </a:pPr>
            <a:endParaRPr sz="1520" b="0" i="0" dirty="0">
              <a:solidFill>
                <a:srgbClr val="FFC000"/>
              </a:solidFill>
              <a:latin typeface="微软雅黑" panose="020B0402040204020203" charset="-122"/>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rPr>
            </a:fld>
            <a:endParaRPr kumimoji="0" lang="en-US" altLang="zh-CN" sz="1000" b="0" kern="0" dirty="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402040204020203" charset="-122"/>
                <a:ea typeface="微软雅黑" panose="020B0402040204020203" charset="-122"/>
                <a:cs typeface="微软雅黑" panose="020B0402040204020203" charset="-122"/>
              </a:defRPr>
            </a:lvl1pPr>
            <a:lvl2pPr marL="231140" indent="-159385">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nSpc>
                <a:spcPct val="150000"/>
              </a:lnSpc>
              <a:defRPr sz="18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stStyle>
          <a:p>
            <a:pPr lvl="0"/>
            <a:r>
              <a:rPr lang="zh-CN" altLang="en-US" dirty="0"/>
              <a:t>单击此处编辑文本样式，内文行距</a:t>
            </a:r>
            <a:r>
              <a:rPr lang="en-US" altLang="zh-CN" dirty="0"/>
              <a:t>1.3</a:t>
            </a:r>
            <a:endParaRPr lang="en-US" altLang="zh-CN" dirty="0"/>
          </a:p>
        </p:txBody>
      </p:sp>
      <p:sp>
        <p:nvSpPr>
          <p:cNvPr id="10"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kumimoji="0" lang="zh-CN" altLang="en-US" sz="1800" b="0" i="0" u="none" strike="noStrike" kern="1200" cap="none" spc="0" normalizeH="0" baseline="0" noProof="1" dirty="0">
                <a:solidFill>
                  <a:schemeClr val="bg1"/>
                </a:solidFill>
                <a:latin typeface="微软雅黑" panose="020B0402040204020203" charset="-122"/>
                <a:ea typeface="微软雅黑" panose="020B0402040204020203" charset="-122"/>
                <a:cs typeface="微软雅黑" panose="020B0402040204020203"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402040204020203" pitchFamily="34" charset="-122"/>
                <a:ea typeface="Microsoft YaHei" panose="020B0402040204020203" pitchFamily="34" charset="-122"/>
              </a:rPr>
              <a:t>副标题，微软雅黑粗体</a:t>
            </a:r>
            <a:r>
              <a:rPr lang="en-US" altLang="zh-CN" sz="1600" dirty="0">
                <a:solidFill>
                  <a:schemeClr val="tx1">
                    <a:lumMod val="85000"/>
                    <a:lumOff val="15000"/>
                  </a:schemeClr>
                </a:solidFill>
                <a:latin typeface="Microsoft YaHei" panose="020B0402040204020203" pitchFamily="34" charset="-122"/>
                <a:ea typeface="Microsoft YaHei" panose="020B0402040204020203" pitchFamily="34" charset="-122"/>
              </a:rPr>
              <a:t>16</a:t>
            </a:r>
            <a:r>
              <a:rPr lang="zh-CN" altLang="en-US" sz="1600" dirty="0">
                <a:solidFill>
                  <a:schemeClr val="tx1">
                    <a:lumMod val="85000"/>
                    <a:lumOff val="15000"/>
                  </a:schemeClr>
                </a:solidFill>
                <a:latin typeface="Microsoft YaHei" panose="020B0402040204020203" pitchFamily="34" charset="-122"/>
                <a:ea typeface="Microsoft YaHei" panose="020B0402040204020203" pitchFamily="34" charset="-122"/>
              </a:rPr>
              <a:t>磅，标题无须标点符号结尾（可删除）</a:t>
            </a:r>
            <a:endParaRPr kumimoji="1" lang="zh-CN" altLang="en-US" dirty="0"/>
          </a:p>
        </p:txBody>
      </p:sp>
      <p:sp>
        <p:nvSpPr>
          <p:cNvPr id="12"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3"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402040204020203" charset="-122"/>
                <a:ea typeface="微软雅黑" panose="020B0402040204020203" charset="-122"/>
                <a:cs typeface="微软雅黑" panose="020B0402040204020203"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solidFill>
                  <a:schemeClr val="bg1"/>
                </a:solidFill>
              </a:rPr>
              <a:t> </a:t>
            </a:r>
            <a:r>
              <a:rPr lang="zh-CN" altLang="en-US" sz="935" kern="1200" dirty="0">
                <a:solidFill>
                  <a:schemeClr val="bg1"/>
                </a:solidFill>
                <a:latin typeface="微软雅黑" panose="020B0402040204020203" charset="-122"/>
                <a:ea typeface="微软雅黑" panose="020B0402040204020203" charset="-122"/>
              </a:rPr>
              <a:t>① 绝密信息 严禁泄露</a:t>
            </a:r>
            <a:endParaRPr lang="zh-CN" altLang="en-US" sz="935" kern="1200" dirty="0">
              <a:solidFill>
                <a:schemeClr val="bg1"/>
              </a:solidFill>
              <a:latin typeface="微软雅黑" panose="020B0402040204020203" charset="-122"/>
              <a:ea typeface="微软雅黑" panose="020B0402040204020203"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402040204020203" charset="-122"/>
                <a:ea typeface="微软雅黑" panose="020B0402040204020203" charset="-122"/>
              </a:rPr>
              <a:t>01</a:t>
            </a:r>
            <a:endParaRPr kumimoji="1" lang="zh-CN" altLang="en-US" sz="12500" b="1" dirty="0">
              <a:solidFill>
                <a:srgbClr val="46CCFE"/>
              </a:solidFill>
              <a:latin typeface="微软雅黑" panose="020B0402040204020203" charset="-122"/>
              <a:ea typeface="微软雅黑" panose="020B0402040204020203"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rPr>
            </a:fld>
            <a:endParaRPr kumimoji="0" lang="en-US" altLang="zh-CN" sz="1000" b="0" kern="0" dirty="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endParaRPr kumimoji="1" lang="zh-CN" altLang="en-US" dirty="0"/>
          </a:p>
        </p:txBody>
      </p:sp>
      <p:sp>
        <p:nvSpPr>
          <p:cNvPr id="9" name="文本占位符 8"/>
          <p:cNvSpPr>
            <a:spLocks noGrp="1"/>
          </p:cNvSpPr>
          <p:nvPr>
            <p:ph type="body" sz="quarter" idx="17"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10" name="矩形 9"/>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402040204020203" pitchFamily="34" charset="-122"/>
              <a:ea typeface="Microsoft YaHei" panose="020B0402040204020203" pitchFamily="3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402040204020203" charset="-122"/>
                <a:ea typeface="微软雅黑" panose="020B0402040204020203" charset="-122"/>
              </a:rPr>
              <a:t>02</a:t>
            </a:r>
            <a:endParaRPr kumimoji="1" lang="zh-CN" altLang="en-US" sz="12500" b="1" i="0" dirty="0">
              <a:solidFill>
                <a:srgbClr val="46CCFE"/>
              </a:solidFill>
              <a:latin typeface="微软雅黑" panose="020B0402040204020203" charset="-122"/>
              <a:ea typeface="微软雅黑" panose="020B0402040204020203"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rPr>
            </a:fld>
            <a:endParaRPr kumimoji="0" lang="en-US" altLang="zh-CN" sz="1000" b="0" kern="0" dirty="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endParaRPr>
          </a:p>
        </p:txBody>
      </p:sp>
      <p:sp>
        <p:nvSpPr>
          <p:cNvPr id="7"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endParaRPr kumimoji="1" lang="zh-CN" altLang="en-US" dirty="0"/>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402040204020203" pitchFamily="34" charset="-122"/>
              <a:ea typeface="Microsoft YaHei" panose="020B0402040204020203"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402040204020203" charset="-122"/>
                <a:ea typeface="微软雅黑" panose="020B0402040204020203" charset="-122"/>
              </a:rPr>
              <a:t>03</a:t>
            </a:r>
            <a:endParaRPr kumimoji="1" lang="zh-CN" altLang="en-US" sz="12500" b="1" dirty="0">
              <a:solidFill>
                <a:srgbClr val="46CCFE"/>
              </a:solidFill>
              <a:latin typeface="微软雅黑" panose="020B0402040204020203" charset="-122"/>
              <a:ea typeface="微软雅黑" panose="020B0402040204020203"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rPr>
            </a:fld>
            <a:endParaRPr kumimoji="0" lang="en-US" altLang="zh-CN" sz="1000" b="0" kern="0" dirty="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endParaRPr>
          </a:p>
        </p:txBody>
      </p:sp>
      <p:sp>
        <p:nvSpPr>
          <p:cNvPr id="10" name="标题占位符 1"/>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endParaRPr kumimoji="1" lang="zh-CN" altLang="en-US" dirty="0"/>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402040204020203" pitchFamily="34" charset="-122"/>
              <a:ea typeface="Microsoft YaHei" panose="020B0402040204020203"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402040204020203" charset="-122"/>
                <a:ea typeface="微软雅黑" panose="020B0402040204020203" charset="-122"/>
              </a:rPr>
              <a:t>04</a:t>
            </a:r>
            <a:endParaRPr kumimoji="1" lang="zh-CN" altLang="en-US" sz="12500" b="1" dirty="0">
              <a:solidFill>
                <a:srgbClr val="46CCFE"/>
              </a:solidFill>
              <a:latin typeface="微软雅黑" panose="020B0402040204020203" charset="-122"/>
              <a:ea typeface="微软雅黑" panose="020B0402040204020203" charset="-122"/>
            </a:endParaRPr>
          </a:p>
        </p:txBody>
      </p:sp>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rPr>
            </a:fld>
            <a:endParaRPr kumimoji="0" lang="en-US" altLang="zh-CN" sz="1000" b="0" kern="0" dirty="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endParaRPr kumimoji="1" lang="zh-CN" altLang="en-US" dirty="0"/>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402040204020203" pitchFamily="34" charset="-122"/>
              <a:ea typeface="Microsoft YaHei" panose="020B0402040204020203" pitchFamily="3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402040204020203" charset="-122"/>
                <a:ea typeface="微软雅黑" panose="020B0402040204020203" charset="-122"/>
              </a:rPr>
              <a:t>05</a:t>
            </a:r>
            <a:endParaRPr kumimoji="1" lang="zh-CN" altLang="en-US" sz="12500" b="1" i="0" dirty="0">
              <a:solidFill>
                <a:srgbClr val="46CCFE"/>
              </a:solidFill>
              <a:latin typeface="微软雅黑" panose="020B0402040204020203" charset="-122"/>
              <a:ea typeface="微软雅黑" panose="020B0402040204020203"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rPr>
            </a:fld>
            <a:endParaRPr kumimoji="0" lang="en-US" altLang="zh-CN" sz="1000" b="0" kern="0" dirty="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endParaRPr>
          </a:p>
        </p:txBody>
      </p:sp>
      <p:sp>
        <p:nvSpPr>
          <p:cNvPr id="11"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endParaRPr kumimoji="1" lang="zh-CN" altLang="en-US" dirty="0"/>
          </a:p>
        </p:txBody>
      </p:sp>
      <p:sp>
        <p:nvSpPr>
          <p:cNvPr id="13"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402040204020203" pitchFamily="34" charset="-122"/>
              <a:ea typeface="Microsoft YaHei" panose="020B0402040204020203" pitchFamily="3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402040204020203" charset="-122"/>
                <a:ea typeface="微软雅黑" panose="020B0402040204020203" charset="-122"/>
              </a:rPr>
              <a:t>06</a:t>
            </a:r>
            <a:endParaRPr kumimoji="1" lang="zh-CN" altLang="en-US" sz="12500" b="1" dirty="0">
              <a:solidFill>
                <a:srgbClr val="46CCFE"/>
              </a:solidFill>
              <a:latin typeface="微软雅黑" panose="020B0402040204020203" charset="-122"/>
              <a:ea typeface="微软雅黑" panose="020B0402040204020203"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rPr>
            </a:fld>
            <a:endParaRPr kumimoji="0" lang="en-US" altLang="zh-CN" sz="1000" b="0" kern="0" dirty="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endParaRPr>
          </a:p>
        </p:txBody>
      </p:sp>
      <p:sp>
        <p:nvSpPr>
          <p:cNvPr id="10"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endParaRPr kumimoji="1" lang="zh-CN" altLang="en-US" dirty="0"/>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402040204020203" pitchFamily="34" charset="-122"/>
              <a:ea typeface="Microsoft YaHei" panose="020B0402040204020203" pitchFamily="3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402040204020203" charset="-122"/>
                <a:ea typeface="微软雅黑" panose="020B0402040204020203" charset="-122"/>
              </a:rPr>
              <a:t>07</a:t>
            </a:r>
            <a:endParaRPr kumimoji="1" lang="zh-CN" altLang="en-US" sz="12500" b="1" dirty="0">
              <a:solidFill>
                <a:srgbClr val="46CCFE"/>
              </a:solidFill>
              <a:latin typeface="微软雅黑" panose="020B0402040204020203" charset="-122"/>
              <a:ea typeface="微软雅黑" panose="020B0402040204020203"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rPr>
            </a:fld>
            <a:endParaRPr kumimoji="0" lang="en-US" altLang="zh-CN" sz="1000" b="0" kern="0" dirty="0">
              <a:solidFill>
                <a:schemeClr val="bg1"/>
              </a:solidFill>
              <a:latin typeface="微软雅黑" panose="020B0402040204020203" charset="-122"/>
              <a:ea typeface="微软雅黑" panose="020B0402040204020203" charset="-122"/>
              <a:cs typeface="微软雅黑" panose="020B0402040204020203" charset="-122"/>
              <a:sym typeface="Helvetica Neue" panose="02000503000000020004"/>
            </a:endParaRPr>
          </a:p>
        </p:txBody>
      </p:sp>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endParaRPr kumimoji="1" lang="zh-CN" altLang="en-US" dirty="0"/>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402040204020203" pitchFamily="34" charset="-122"/>
              <a:ea typeface="Microsoft YaHei" panose="020B0402040204020203" pitchFamily="3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panose="02000503000000020004"/>
              </a:defRPr>
            </a:pPr>
            <a:endParaRPr sz="1520" b="0" i="0" dirty="0">
              <a:latin typeface="Microsoft YaHei" panose="020B0402040204020203" pitchFamily="34" charset="-122"/>
            </a:endParaRPr>
          </a:p>
        </p:txBody>
      </p:sp>
      <p:pic>
        <p:nvPicPr>
          <p:cNvPr id="20" name="图片 19"/>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21"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610"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Helvetica Neue" panose="02000503000000020004"/>
              </a:rPr>
            </a:fld>
            <a:endParaRPr kumimoji="0" lang="en-US" altLang="zh-CN" sz="1000" b="0" i="0" kern="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Helvetica Neue" panose="02000503000000020004"/>
            </a:endParaRPr>
          </a:p>
        </p:txBody>
      </p:sp>
      <p:sp>
        <p:nvSpPr>
          <p:cNvPr id="22" name="图片占位符 7"/>
          <p:cNvSpPr>
            <a:spLocks noGrp="1"/>
          </p:cNvSpPr>
          <p:nvPr>
            <p:ph type="pic" sz="quarter" idx="10" hasCustomPrompt="1"/>
          </p:nvPr>
        </p:nvSpPr>
        <p:spPr>
          <a:xfrm>
            <a:off x="4368258" y="0"/>
            <a:ext cx="7817394" cy="6858000"/>
          </a:xfrm>
          <a:prstGeom prst="rect">
            <a:avLst/>
          </a:prstGeom>
        </p:spPr>
        <p:txBody>
          <a:bodyPr/>
          <a:lstStyle>
            <a:lvl1pPr>
              <a:defRPr>
                <a:solidFill>
                  <a:schemeClr val="bg1"/>
                </a:solidFill>
              </a:defRPr>
            </a:lvl1pPr>
          </a:lstStyle>
          <a:p>
            <a:r>
              <a:rPr kumimoji="1" lang="zh-CN" altLang="en-US" dirty="0"/>
              <a:t>拖拽到此处，插入图片</a:t>
            </a:r>
            <a:endParaRPr kumimoji="1" lang="zh-CN" altLang="en-US" dirty="0"/>
          </a:p>
        </p:txBody>
      </p:sp>
      <p:sp>
        <p:nvSpPr>
          <p:cNvPr id="23" name="标题 31"/>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endParaRPr kumimoji="1" lang="zh-CN" altLang="en-US" dirty="0"/>
          </a:p>
        </p:txBody>
      </p:sp>
      <p:sp>
        <p:nvSpPr>
          <p:cNvPr id="24" name="文本占位符 33"/>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endParaRPr kumimoji="1" lang="zh-CN" altLang="en-US" dirty="0"/>
          </a:p>
        </p:txBody>
      </p:sp>
      <p:sp>
        <p:nvSpPr>
          <p:cNvPr id="25" name="文本占位符 17"/>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kumimoji="1" lang="zh-CN" altLang="en-US" dirty="0"/>
              <a:t>此段文字旨在显示正确的字号和段落的位置，例文可替换</a:t>
            </a:r>
            <a:endParaRPr kumimoji="1" lang="zh-CN" altLang="en-US" dirty="0"/>
          </a:p>
          <a:p>
            <a:pPr lvl="0"/>
            <a:endParaRPr kumimoji="1"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2700" b="1" dirty="0">
                <a:solidFill>
                  <a:srgbClr val="FFC000"/>
                </a:solidFill>
                <a:latin typeface="微软雅黑" panose="020B0402040204020203" charset="-122"/>
                <a:ea typeface="微软雅黑" panose="020B0402040204020203" charset="-122"/>
              </a:rPr>
              <a:t>特别声明 </a:t>
            </a:r>
            <a:r>
              <a:rPr lang="en-US" altLang="zh-CN" sz="2700" b="1" dirty="0">
                <a:solidFill>
                  <a:srgbClr val="FFC000"/>
                </a:solidFill>
                <a:latin typeface="微软雅黑" panose="020B0402040204020203" charset="-122"/>
                <a:ea typeface="微软雅黑" panose="020B0402040204020203" charset="-122"/>
              </a:rPr>
              <a:t>Claim</a:t>
            </a:r>
            <a:r>
              <a:rPr lang="zh-CN" altLang="en-US" sz="2700" b="1" dirty="0">
                <a:solidFill>
                  <a:srgbClr val="FFC000"/>
                </a:solidFill>
                <a:latin typeface="微软雅黑" panose="020B0402040204020203" charset="-122"/>
                <a:ea typeface="微软雅黑" panose="020B0402040204020203" charset="-122"/>
              </a:rPr>
              <a:t> </a:t>
            </a:r>
            <a:r>
              <a:rPr lang="en-US" altLang="zh-CN" sz="2700" b="1" dirty="0">
                <a:solidFill>
                  <a:srgbClr val="FFC000"/>
                </a:solidFill>
                <a:latin typeface="微软雅黑" panose="020B0402040204020203" charset="-122"/>
                <a:ea typeface="微软雅黑" panose="020B0402040204020203" charset="-122"/>
              </a:rPr>
              <a:t>of</a:t>
            </a:r>
            <a:r>
              <a:rPr lang="zh-CN" altLang="en-US" sz="2700" b="1" dirty="0">
                <a:solidFill>
                  <a:srgbClr val="FFC000"/>
                </a:solidFill>
                <a:latin typeface="微软雅黑" panose="020B0402040204020203" charset="-122"/>
                <a:ea typeface="微软雅黑" panose="020B0402040204020203" charset="-122"/>
              </a:rPr>
              <a:t> </a:t>
            </a:r>
            <a:r>
              <a:rPr lang="en-US" altLang="zh-CN" sz="2700" b="1" dirty="0">
                <a:solidFill>
                  <a:srgbClr val="FFC000"/>
                </a:solidFill>
                <a:latin typeface="微软雅黑" panose="020B0402040204020203" charset="-122"/>
                <a:ea typeface="微软雅黑" panose="020B0402040204020203" charset="-122"/>
              </a:rPr>
              <a:t>Confidential</a:t>
            </a:r>
            <a:endParaRPr kumimoji="1" lang="zh-CN" altLang="en-US" sz="2700" b="1" dirty="0">
              <a:latin typeface="微软雅黑" panose="020B0402040204020203" charset="-122"/>
              <a:ea typeface="微软雅黑" panose="020B0402040204020203" charset="-122"/>
            </a:endParaRPr>
          </a:p>
        </p:txBody>
      </p:sp>
      <p:sp>
        <p:nvSpPr>
          <p:cNvPr id="8" name="内容占位符 1"/>
          <p:cNvSpPr txBox="1"/>
          <p:nvPr userDrawn="1"/>
        </p:nvSpPr>
        <p:spPr>
          <a:xfrm>
            <a:off x="492760" y="923925"/>
            <a:ext cx="10248900" cy="16910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402040204020203" pitchFamily="34" charset="-122"/>
                <a:ea typeface="Microsoft YaHei" panose="020B0402040204020203" pitchFamily="34" charset="-122"/>
              </a:rPr>
              <a:t>本文件内容为 </a:t>
            </a:r>
            <a:r>
              <a:rPr lang="zh-CN" altLang="zh-CN" sz="1800" b="1" i="0" dirty="0">
                <a:solidFill>
                  <a:srgbClr val="FFC000"/>
                </a:solidFill>
                <a:latin typeface="Microsoft YaHei" panose="020B0402040204020203" pitchFamily="34" charset="-122"/>
                <a:ea typeface="Microsoft YaHei" panose="020B0402040204020203" pitchFamily="34" charset="-122"/>
              </a:rPr>
              <a:t>①</a:t>
            </a:r>
            <a:r>
              <a:rPr lang="zh-CN" altLang="en-US" sz="1800" b="1" i="0" dirty="0">
                <a:solidFill>
                  <a:srgbClr val="FFC000"/>
                </a:solidFill>
                <a:latin typeface="Microsoft YaHei" panose="020B0402040204020203" pitchFamily="34" charset="-122"/>
                <a:ea typeface="Microsoft YaHei" panose="020B0402040204020203" pitchFamily="34" charset="-122"/>
              </a:rPr>
              <a:t> </a:t>
            </a:r>
            <a:r>
              <a:rPr lang="zh-CN" altLang="zh-CN" sz="1800" b="1" i="0" dirty="0">
                <a:solidFill>
                  <a:srgbClr val="FFC000"/>
                </a:solidFill>
                <a:latin typeface="Microsoft YaHei" panose="020B0402040204020203" pitchFamily="34" charset="-122"/>
                <a:ea typeface="Microsoft YaHei" panose="020B0402040204020203" pitchFamily="34" charset="-122"/>
              </a:rPr>
              <a:t>绝密信息 严禁泄露</a:t>
            </a:r>
            <a:r>
              <a:rPr lang="zh-CN" altLang="en-US" sz="1800" b="1" i="0" dirty="0">
                <a:solidFill>
                  <a:srgbClr val="FFC000"/>
                </a:solidFill>
                <a:latin typeface="Microsoft YaHei" panose="020B0402040204020203" pitchFamily="34" charset="-122"/>
                <a:ea typeface="Microsoft YaHei" panose="020B0402040204020203" pitchFamily="34" charset="-122"/>
              </a:rPr>
              <a:t> </a:t>
            </a:r>
            <a:r>
              <a:rPr lang="zh-CN" altLang="en-US" sz="1800" b="0" i="0" dirty="0">
                <a:solidFill>
                  <a:schemeClr val="bg1"/>
                </a:solidFill>
                <a:latin typeface="Microsoft YaHei" panose="020B0402040204020203" pitchFamily="34" charset="-122"/>
                <a:ea typeface="Microsoft YaHei" panose="020B0402040204020203" pitchFamily="34" charset="-122"/>
              </a:rPr>
              <a:t>：禁止未授权的内部、第三方人员使用与访问</a:t>
            </a:r>
            <a:endParaRPr lang="en-US" altLang="zh-CN" sz="1800" b="0" i="0" dirty="0">
              <a:solidFill>
                <a:schemeClr val="bg1"/>
              </a:solidFill>
              <a:latin typeface="Microsoft YaHei" panose="020B0402040204020203" pitchFamily="34" charset="-122"/>
              <a:ea typeface="Microsoft YaHei" panose="020B0402040204020203"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402040204020203" pitchFamily="34" charset="-122"/>
                <a:ea typeface="Microsoft YaHei" panose="020B0402040204020203" pitchFamily="34" charset="-122"/>
              </a:rPr>
              <a:t>非专项必要的业务与项目负责人，收到此内容请立即删除</a:t>
            </a:r>
            <a:endParaRPr lang="en-US" altLang="zh-CN" sz="1800" b="0" i="0" dirty="0">
              <a:solidFill>
                <a:schemeClr val="bg1"/>
              </a:solidFill>
              <a:latin typeface="Microsoft YaHei" panose="020B0402040204020203" pitchFamily="34" charset="-122"/>
              <a:ea typeface="Microsoft YaHei" panose="020B0402040204020203"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402040204020203" pitchFamily="34" charset="-122"/>
                <a:ea typeface="Microsoft YaHei" panose="020B0402040204020203" pitchFamily="34" charset="-122"/>
              </a:rPr>
              <a:t>严禁在未经过主管领导审批，发送给无关业务团队与人员</a:t>
            </a:r>
            <a:endParaRPr lang="en-US" altLang="zh-CN" sz="1800" b="0" i="0" dirty="0">
              <a:solidFill>
                <a:schemeClr val="bg1"/>
              </a:solidFill>
              <a:latin typeface="Microsoft YaHei" panose="020B0402040204020203" pitchFamily="34" charset="-122"/>
              <a:ea typeface="Microsoft YaHei" panose="020B0402040204020203" pitchFamily="34" charset="-122"/>
            </a:endParaRPr>
          </a:p>
        </p:txBody>
      </p:sp>
      <p:sp>
        <p:nvSpPr>
          <p:cNvPr id="9"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Microsoft YaHei" panose="020B0402040204020203" pitchFamily="34" charset="-122"/>
                <a:ea typeface="Microsoft YaHei" panose="020B0402040204020203" pitchFamily="34" charset="-122"/>
              </a:rPr>
              <a:t>特别声明 </a:t>
            </a:r>
            <a:r>
              <a:rPr lang="en-US" altLang="zh-CN" sz="2700" b="1" dirty="0">
                <a:solidFill>
                  <a:srgbClr val="FFC000"/>
                </a:solidFill>
                <a:latin typeface="微软雅黑" panose="020B0402040204020203" charset="-122"/>
                <a:ea typeface="微软雅黑" panose="020B0402040204020203" charset="-122"/>
              </a:rPr>
              <a:t>Claim</a:t>
            </a:r>
            <a:r>
              <a:rPr lang="zh-CN" altLang="en-US" sz="2700" b="1" dirty="0">
                <a:solidFill>
                  <a:srgbClr val="FFC000"/>
                </a:solidFill>
                <a:latin typeface="微软雅黑" panose="020B0402040204020203" charset="-122"/>
                <a:ea typeface="微软雅黑" panose="020B0402040204020203" charset="-122"/>
              </a:rPr>
              <a:t> </a:t>
            </a:r>
            <a:r>
              <a:rPr lang="en-US" altLang="zh-CN" sz="2700" b="1" dirty="0">
                <a:solidFill>
                  <a:srgbClr val="FFC000"/>
                </a:solidFill>
                <a:latin typeface="微软雅黑" panose="020B0402040204020203" charset="-122"/>
                <a:ea typeface="微软雅黑" panose="020B0402040204020203" charset="-122"/>
              </a:rPr>
              <a:t>of</a:t>
            </a:r>
            <a:r>
              <a:rPr lang="zh-CN" altLang="en-US" sz="2700" b="1" dirty="0">
                <a:solidFill>
                  <a:srgbClr val="FFC000"/>
                </a:solidFill>
                <a:latin typeface="微软雅黑" panose="020B0402040204020203" charset="-122"/>
                <a:ea typeface="微软雅黑" panose="020B0402040204020203" charset="-122"/>
              </a:rPr>
              <a:t> </a:t>
            </a:r>
            <a:r>
              <a:rPr lang="en-US" altLang="zh-CN" sz="2700" b="1" dirty="0">
                <a:solidFill>
                  <a:srgbClr val="FFC000"/>
                </a:solidFill>
                <a:latin typeface="微软雅黑" panose="020B0402040204020203" charset="-122"/>
                <a:ea typeface="微软雅黑" panose="020B0402040204020203" charset="-122"/>
              </a:rPr>
              <a:t>Confidential</a:t>
            </a:r>
            <a:endParaRPr kumimoji="1" lang="zh-CN" altLang="en-US" sz="2700" b="0" i="0" dirty="0">
              <a:latin typeface="Microsoft YaHei" panose="020B0402040204020203" pitchFamily="34" charset="-122"/>
              <a:ea typeface="Microsoft YaHei" panose="020B0402040204020203" pitchFamily="34" charset="-122"/>
            </a:endParaRPr>
          </a:p>
        </p:txBody>
      </p:sp>
      <p:sp>
        <p:nvSpPr>
          <p:cNvPr id="10" name="内容占位符 1"/>
          <p:cNvSpPr txBox="1"/>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版权所有</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©1993-2025 </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金蝶国际软件集团有限公司。保留一切权利。</a:t>
            </a:r>
            <a:endPar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 </a:t>
            </a:r>
            <a:endPar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本文档提到的金蝶</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、金蝶云</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、金蝶云</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EBC®</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、金蝶云苍穹</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、金蝶云星瀚</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、金蝶云星空</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、金蝶云星辰</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、金蝶</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KIS®</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K/3®</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、金蝶</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EAS®</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、友商网</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a:t>
            </a:r>
            <a:r>
              <a:rPr lang="en-US" altLang="zh-CN" sz="1400" b="0" i="0" kern="1200" dirty="0" err="1">
                <a:solidFill>
                  <a:schemeClr val="bg1">
                    <a:alpha val="50000"/>
                  </a:schemeClr>
                </a:solidFill>
                <a:effectLst/>
                <a:latin typeface="Microsoft YaHei" panose="020B0402040204020203" pitchFamily="34" charset="-122"/>
                <a:ea typeface="Microsoft YaHei" panose="020B0402040204020203" pitchFamily="34" charset="-122"/>
                <a:cs typeface="+mn-cs"/>
              </a:rPr>
              <a:t>Apusic</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 </a:t>
            </a:r>
            <a:endPar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err="1">
                <a:solidFill>
                  <a:schemeClr val="bg1">
                    <a:alpha val="50000"/>
                  </a:schemeClr>
                </a:solidFill>
                <a:effectLst/>
                <a:latin typeface="Microsoft YaHei" panose="020B0402040204020203" pitchFamily="34" charset="-122"/>
                <a:ea typeface="Microsoft YaHei" panose="020B0402040204020203" pitchFamily="34" charset="-122"/>
                <a:cs typeface="+mn-cs"/>
              </a:rPr>
              <a:t>DataSubjectRequest@kingdee.com</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），我们将在</a:t>
            </a:r>
            <a:r>
              <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15</a:t>
            </a:r>
            <a:r>
              <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rPr>
              <a:t>个工作日内处理。</a:t>
            </a:r>
            <a:endParaRPr lang="en-US"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lang="zh-CN" altLang="en-US" sz="1400" b="0" i="0" dirty="0">
                <a:solidFill>
                  <a:schemeClr val="bg1">
                    <a:alpha val="50000"/>
                  </a:schemeClr>
                </a:solidFill>
                <a:latin typeface="Microsoft YaHei" panose="020B0402040204020203" pitchFamily="34" charset="-122"/>
                <a:ea typeface="Microsoft YaHei" panose="020B0402040204020203" pitchFamily="34" charset="-122"/>
              </a:rPr>
              <a:t>注：</a:t>
            </a:r>
            <a:r>
              <a:rPr lang="zh-CN" altLang="zh-CN" sz="1400" b="0" i="0" dirty="0">
                <a:solidFill>
                  <a:schemeClr val="bg1">
                    <a:alpha val="50000"/>
                  </a:schemeClr>
                </a:solidFill>
                <a:latin typeface="Microsoft YaHei" panose="020B0402040204020203" pitchFamily="34" charset="-122"/>
                <a:ea typeface="Microsoft YaHei" panose="020B0402040204020203" pitchFamily="34" charset="-122"/>
              </a:rPr>
              <a:t>①绝密信息 严禁泄露</a:t>
            </a:r>
            <a:r>
              <a:rPr lang="zh-CN" altLang="en-US" sz="1400" b="0" i="0" dirty="0">
                <a:solidFill>
                  <a:schemeClr val="bg1">
                    <a:alpha val="50000"/>
                  </a:schemeClr>
                </a:solidFill>
                <a:latin typeface="Microsoft YaHei" panose="020B0402040204020203" pitchFamily="34" charset="-122"/>
                <a:ea typeface="Microsoft YaHei" panose="020B0402040204020203" pitchFamily="34" charset="-122"/>
              </a:rPr>
              <a:t>  </a:t>
            </a:r>
            <a:r>
              <a:rPr lang="zh-CN" altLang="zh-CN" sz="1400" b="0" i="0" dirty="0">
                <a:solidFill>
                  <a:schemeClr val="bg1">
                    <a:alpha val="50000"/>
                  </a:schemeClr>
                </a:solidFill>
                <a:latin typeface="Microsoft YaHei" panose="020B0402040204020203" pitchFamily="34" charset="-122"/>
                <a:ea typeface="Microsoft YaHei" panose="020B0402040204020203" pitchFamily="34" charset="-122"/>
              </a:rPr>
              <a:t>②机密信息 严禁泄露</a:t>
            </a:r>
            <a:r>
              <a:rPr lang="zh-CN" altLang="en-US" sz="1400" b="0" i="0" dirty="0">
                <a:solidFill>
                  <a:schemeClr val="bg1">
                    <a:alpha val="50000"/>
                  </a:schemeClr>
                </a:solidFill>
                <a:latin typeface="Microsoft YaHei" panose="020B0402040204020203" pitchFamily="34" charset="-122"/>
                <a:ea typeface="Microsoft YaHei" panose="020B0402040204020203" pitchFamily="34" charset="-122"/>
              </a:rPr>
              <a:t>   </a:t>
            </a:r>
            <a:r>
              <a:rPr lang="zh-CN" altLang="zh-CN" sz="1400" b="0" i="0" dirty="0">
                <a:solidFill>
                  <a:schemeClr val="bg1">
                    <a:alpha val="50000"/>
                  </a:schemeClr>
                </a:solidFill>
                <a:latin typeface="Microsoft YaHei" panose="020B0402040204020203" pitchFamily="34" charset="-122"/>
                <a:ea typeface="Microsoft YaHei" panose="020B0402040204020203" pitchFamily="34" charset="-122"/>
              </a:rPr>
              <a:t>③秘密信息 严禁泄露 </a:t>
            </a:r>
            <a:r>
              <a:rPr lang="zh-CN" altLang="en-US" sz="1400" b="0" i="0" dirty="0">
                <a:solidFill>
                  <a:schemeClr val="bg1">
                    <a:alpha val="50000"/>
                  </a:schemeClr>
                </a:solidFill>
                <a:latin typeface="Microsoft YaHei" panose="020B0402040204020203" pitchFamily="34" charset="-122"/>
                <a:ea typeface="Microsoft YaHei" panose="020B0402040204020203" pitchFamily="34" charset="-122"/>
              </a:rPr>
              <a:t> </a:t>
            </a:r>
            <a:r>
              <a:rPr lang="zh-CN" altLang="zh-CN" sz="1400" b="0" i="0" dirty="0">
                <a:solidFill>
                  <a:schemeClr val="bg1">
                    <a:alpha val="50000"/>
                  </a:schemeClr>
                </a:solidFill>
                <a:latin typeface="Microsoft YaHei" panose="020B0402040204020203" pitchFamily="34" charset="-122"/>
                <a:ea typeface="Microsoft YaHei" panose="020B0402040204020203" pitchFamily="34" charset="-122"/>
              </a:rPr>
              <a:t>④内部公开 请勿外传 </a:t>
            </a:r>
            <a:endParaRPr lang="zh-CN" altLang="zh-CN" sz="1400" b="0" i="0" dirty="0">
              <a:solidFill>
                <a:schemeClr val="bg1">
                  <a:alpha val="50000"/>
                </a:schemeClr>
              </a:solidFill>
              <a:latin typeface="Microsoft YaHei" panose="020B0402040204020203" pitchFamily="34" charset="-122"/>
              <a:ea typeface="Microsoft YaHei" panose="020B0402040204020203" pitchFamily="34" charset="-122"/>
            </a:endParaRPr>
          </a:p>
          <a:p>
            <a:pPr algn="just">
              <a:lnSpc>
                <a:spcPct val="150000"/>
              </a:lnSpc>
              <a:spcBef>
                <a:spcPts val="0"/>
              </a:spcBef>
            </a:pPr>
            <a:endParaRPr lang="zh-CN" altLang="zh-CN" sz="1400" b="0" i="0" kern="1200" dirty="0">
              <a:solidFill>
                <a:schemeClr val="bg1">
                  <a:alpha val="50000"/>
                </a:schemeClr>
              </a:solidFill>
              <a:effectLst/>
              <a:latin typeface="Microsoft YaHei" panose="020B0402040204020203" pitchFamily="34" charset="-122"/>
              <a:ea typeface="Microsoft YaHei" panose="020B0402040204020203" pitchFamily="34" charset="-122"/>
              <a:cs typeface="+mn-cs"/>
            </a:endParaRPr>
          </a:p>
          <a:p>
            <a:pPr algn="just">
              <a:lnSpc>
                <a:spcPct val="150000"/>
              </a:lnSpc>
              <a:spcBef>
                <a:spcPts val="0"/>
              </a:spcBef>
            </a:pPr>
            <a:endParaRPr kumimoji="1" lang="zh-CN" altLang="en-US" sz="1400" b="0" i="0" dirty="0">
              <a:solidFill>
                <a:schemeClr val="bg1">
                  <a:alpha val="50000"/>
                </a:schemeClr>
              </a:solidFill>
              <a:latin typeface="Microsoft YaHei" panose="020B0402040204020203" pitchFamily="34" charset="-122"/>
              <a:ea typeface="Microsoft YaHei" panose="020B0402040204020203" pitchFamily="3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lang="zh-CN" altLang="en-US" sz="900" b="0" i="0" spc="0" baseline="0" dirty="0">
                <a:solidFill>
                  <a:schemeClr val="bg1">
                    <a:alpha val="50000"/>
                  </a:schemeClr>
                </a:solidFill>
                <a:latin typeface="微软雅黑" panose="020B0402040204020203" charset="-122"/>
                <a:ea typeface="微软雅黑" panose="020B0402040204020203" charset="-122"/>
                <a:cs typeface="微软雅黑" panose="020B0402040204020203" charset="-122"/>
                <a:sym typeface="Microsoft YaHei Bold" panose="020B0402040204020203" charset="-122"/>
              </a:rPr>
              <a:t>版权所有</a:t>
            </a:r>
            <a:r>
              <a:rPr lang="en-US" altLang="zh-CN" sz="900" b="0" i="0" spc="0" baseline="0" dirty="0">
                <a:solidFill>
                  <a:schemeClr val="bg1">
                    <a:alpha val="50000"/>
                  </a:schemeClr>
                </a:solidFill>
                <a:latin typeface="微软雅黑" panose="020B0402040204020203" charset="-122"/>
                <a:ea typeface="微软雅黑" panose="020B0402040204020203" charset="-122"/>
                <a:cs typeface="微软雅黑" panose="020B0402040204020203" charset="-122"/>
                <a:sym typeface="Helvetica Neue" panose="02000503000000020004" charset="0"/>
              </a:rPr>
              <a:t>©1993-2025</a:t>
            </a:r>
            <a:r>
              <a:rPr lang="zh-CN" altLang="en-US" sz="900" b="0" i="0" spc="0" baseline="0" dirty="0">
                <a:solidFill>
                  <a:schemeClr val="bg1">
                    <a:alpha val="50000"/>
                  </a:schemeClr>
                </a:solidFill>
                <a:latin typeface="微软雅黑" panose="020B0402040204020203" charset="-122"/>
                <a:ea typeface="微软雅黑" panose="020B0402040204020203" charset="-122"/>
                <a:cs typeface="微软雅黑" panose="020B0402040204020203" charset="-122"/>
                <a:sym typeface="Helvetica Neue" panose="02000503000000020004" charset="0"/>
              </a:rPr>
              <a:t> </a:t>
            </a:r>
            <a:r>
              <a:rPr lang="zh-CN" altLang="en-US" sz="900" b="0" i="0" spc="0" baseline="0" dirty="0">
                <a:solidFill>
                  <a:schemeClr val="bg1">
                    <a:alpha val="50000"/>
                  </a:schemeClr>
                </a:solidFill>
                <a:latin typeface="微软雅黑" panose="020B0402040204020203" charset="-122"/>
                <a:ea typeface="微软雅黑" panose="020B0402040204020203" charset="-122"/>
                <a:cs typeface="微软雅黑" panose="020B0402040204020203" charset="-122"/>
                <a:sym typeface="Microsoft YaHei Bold" panose="020B0402040204020203" charset="-122"/>
              </a:rPr>
              <a:t>金蝶国际软件集团有限公司</a:t>
            </a:r>
            <a:endParaRPr lang="zh-CN" altLang="en-US" sz="900" b="0" i="0" kern="1200" spc="0" baseline="0" dirty="0">
              <a:solidFill>
                <a:schemeClr val="bg1">
                  <a:alpha val="50000"/>
                </a:schemeClr>
              </a:solidFill>
              <a:latin typeface="微软雅黑" panose="020B0402040204020203" charset="-122"/>
              <a:ea typeface="微软雅黑" panose="020B0402040204020203" charset="-122"/>
              <a:cs typeface="微软雅黑" panose="020B0402040204020203" charset="-122"/>
            </a:endParaRPr>
          </a:p>
          <a:p>
            <a:pPr algn="l"/>
            <a:endParaRPr lang="zh-CN" altLang="en-US" sz="900" b="0" i="0" spc="0" baseline="0" dirty="0">
              <a:solidFill>
                <a:schemeClr val="bg1">
                  <a:alpha val="50000"/>
                </a:schemeClr>
              </a:solidFill>
              <a:latin typeface="微软雅黑" panose="020B0402040204020203" charset="-122"/>
              <a:ea typeface="微软雅黑" panose="020B0402040204020203" charset="-122"/>
              <a:cs typeface="微软雅黑" panose="020B0402040204020203" charset="-122"/>
              <a:sym typeface="Microsoft YaHei Bold" panose="020B0402040204020203" charset="-122"/>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402040204020203" charset="-122"/>
                <a:ea typeface="微软雅黑" panose="020B0402040204020203" charset="-122"/>
                <a:cs typeface="微软雅黑" panose="020B0402040204020203" charset="-122"/>
                <a:sym typeface="微软雅黑" panose="020B0402040204020203" charset="-122"/>
              </a:defRPr>
            </a:pPr>
            <a:endParaRPr sz="935" dirty="0">
              <a:solidFill>
                <a:schemeClr val="tx1">
                  <a:lumMod val="85000"/>
                  <a:lumOff val="15000"/>
                </a:schemeClr>
              </a:solidFill>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402040204020203" charset="-122"/>
                <a:ea typeface="微软雅黑" panose="020B0402040204020203" charset="-122"/>
                <a:cs typeface="微软雅黑" panose="020B0402040204020203" charset="-122"/>
              </a:defRPr>
            </a:lvl1pPr>
          </a:lstStyle>
          <a:p>
            <a:pPr lvl="0"/>
            <a:r>
              <a:rPr dirty="0"/>
              <a:t> </a:t>
            </a:r>
            <a:r>
              <a:rPr lang="zh-CN" altLang="en-US" sz="900" b="0" i="0" kern="1200" spc="0" baseline="0" dirty="0">
                <a:solidFill>
                  <a:schemeClr val="bg1">
                    <a:alpha val="50000"/>
                  </a:schemeClr>
                </a:solidFill>
                <a:latin typeface="微软雅黑" panose="020B0402040204020203" charset="-122"/>
                <a:ea typeface="微软雅黑" panose="020B0402040204020203" charset="-122"/>
              </a:rPr>
              <a:t>④ 内部公开 请勿外传</a:t>
            </a:r>
            <a:endParaRPr sz="900" b="0" i="0" kern="1200" spc="0" baseline="0" dirty="0">
              <a:solidFill>
                <a:schemeClr val="bg1">
                  <a:alpha val="50000"/>
                </a:schemeClr>
              </a:solidFill>
              <a:latin typeface="微软雅黑" panose="020B0402040204020203" charset="-122"/>
              <a:ea typeface="微软雅黑" panose="020B0402040204020203"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a:xfrm>
            <a:off x="838200" y="1825625"/>
            <a:ext cx="10515600" cy="435133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448F65A9-E082-9C46-9FF7-8BB6A715CD82}" type="datetimeFigureOut">
              <a:rPr kumimoji="1" lang="zh-CN" altLang="en-US" smtClean="0"/>
            </a:fld>
            <a:endParaRPr kumimoji="1" lang="zh-CN" altLang="en-US"/>
          </a:p>
        </p:txBody>
      </p:sp>
      <p:sp>
        <p:nvSpPr>
          <p:cNvPr id="5" name="页脚占位符 4"/>
          <p:cNvSpPr>
            <a:spLocks noGrp="1"/>
          </p:cNvSpPr>
          <p:nvPr>
            <p:ph type="ftr" sz="quarter" idx="11"/>
          </p:nvPr>
        </p:nvSpPr>
        <p:spPr>
          <a:xfrm>
            <a:off x="4038600" y="6356350"/>
            <a:ext cx="4114800" cy="365125"/>
          </a:xfrm>
        </p:spPr>
        <p:txBody>
          <a:bodyPr/>
          <a:lstStyle/>
          <a:p>
            <a:endParaRPr kumimoji="1" lang="zh-CN" altLang="en-US"/>
          </a:p>
        </p:txBody>
      </p:sp>
      <p:sp>
        <p:nvSpPr>
          <p:cNvPr id="6" name="幻灯片编号占位符 5"/>
          <p:cNvSpPr>
            <a:spLocks noGrp="1"/>
          </p:cNvSpPr>
          <p:nvPr>
            <p:ph type="sldNum" sz="quarter" idx="12"/>
          </p:nvPr>
        </p:nvSpPr>
        <p:spPr/>
        <p:txBody>
          <a:bodyPr/>
          <a:lstStyle/>
          <a:p>
            <a:fld id="{0AE21EBA-77A4-4148-9B7E-F3BFB46783C4}" type="slidenum">
              <a:rPr kumimoji="1" lang="zh-CN" altLang="en-US" smtClean="0"/>
            </a:fld>
            <a:endParaRPr kumimoji="1"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标题 正文">
    <p:spTree>
      <p:nvGrpSpPr>
        <p:cNvPr id="1" name=""/>
        <p:cNvGrpSpPr/>
        <p:nvPr/>
      </p:nvGrpSpPr>
      <p:grpSpPr>
        <a:xfrm>
          <a:off x="0" y="0"/>
          <a:ext cx="0" cy="0"/>
          <a:chOff x="0" y="0"/>
          <a:chExt cx="0" cy="0"/>
        </a:xfrm>
      </p:grpSpPr>
      <p:sp>
        <p:nvSpPr>
          <p:cNvPr id="41" name="正文级别 1…"/>
          <p:cNvSpPr txBox="1">
            <a:spLocks noGrp="1"/>
          </p:cNvSpPr>
          <p:nvPr>
            <p:ph type="body" sz="half" idx="1" hasCustomPrompt="1"/>
          </p:nvPr>
        </p:nvSpPr>
        <p:spPr>
          <a:xfrm>
            <a:off x="519503" y="737216"/>
            <a:ext cx="9979228" cy="2702880"/>
          </a:xfrm>
          <a:prstGeom prst="rect">
            <a:avLst/>
          </a:prstGeom>
        </p:spPr>
        <p:txBody>
          <a:bodyPr/>
          <a:lstStyle>
            <a:lvl1pPr marL="0" indent="0">
              <a:buSzTx/>
              <a:buFontTx/>
              <a:buNone/>
              <a:defRPr sz="1200">
                <a:solidFill>
                  <a:srgbClr val="A6A6A6"/>
                </a:solidFill>
                <a:latin typeface="Microsoft YaHei Light" panose="020B0402040204020203" pitchFamily="34" charset="-122"/>
                <a:ea typeface="Microsoft YaHei Light" panose="020B0402040204020203" pitchFamily="34" charset="-122"/>
                <a:cs typeface="Microsoft YaHei Light" panose="020B0402040204020203" pitchFamily="34" charset="-122"/>
                <a:sym typeface="Microsoft YaHei Light" panose="020B0402040204020203" pitchFamily="34" charset="-122"/>
              </a:defRPr>
            </a:lvl1pPr>
            <a:lvl2pPr marL="334010" indent="-117475">
              <a:buFontTx/>
              <a:defRPr sz="1200">
                <a:solidFill>
                  <a:srgbClr val="A6A6A6"/>
                </a:solidFill>
                <a:latin typeface="Microsoft YaHei Light" panose="020B0402040204020203" pitchFamily="34" charset="-122"/>
                <a:ea typeface="Microsoft YaHei Light" panose="020B0402040204020203" pitchFamily="34" charset="-122"/>
                <a:cs typeface="Microsoft YaHei Light" panose="020B0402040204020203" pitchFamily="34" charset="-122"/>
                <a:sym typeface="Microsoft YaHei Light" panose="020B0402040204020203" pitchFamily="34" charset="-122"/>
              </a:defRPr>
            </a:lvl2pPr>
            <a:lvl3pPr marL="575945" indent="-144145">
              <a:buFontTx/>
              <a:defRPr sz="1200">
                <a:solidFill>
                  <a:srgbClr val="A6A6A6"/>
                </a:solidFill>
                <a:latin typeface="Microsoft YaHei Light" panose="020B0402040204020203" pitchFamily="34" charset="-122"/>
                <a:ea typeface="Microsoft YaHei Light" panose="020B0402040204020203" pitchFamily="34" charset="-122"/>
                <a:cs typeface="Microsoft YaHei Light" panose="020B0402040204020203" pitchFamily="34" charset="-122"/>
                <a:sym typeface="Microsoft YaHei Light" panose="020B0402040204020203" pitchFamily="34" charset="-122"/>
              </a:defRPr>
            </a:lvl3pPr>
            <a:lvl4pPr marL="800735" indent="-152400">
              <a:buFontTx/>
              <a:defRPr sz="1200">
                <a:solidFill>
                  <a:srgbClr val="A6A6A6"/>
                </a:solidFill>
                <a:latin typeface="Microsoft YaHei Light" panose="020B0402040204020203" pitchFamily="34" charset="-122"/>
                <a:ea typeface="Microsoft YaHei Light" panose="020B0402040204020203" pitchFamily="34" charset="-122"/>
                <a:cs typeface="Microsoft YaHei Light" panose="020B0402040204020203" pitchFamily="34" charset="-122"/>
                <a:sym typeface="Microsoft YaHei Light" panose="020B0402040204020203" pitchFamily="34" charset="-122"/>
              </a:defRPr>
            </a:lvl4pPr>
            <a:lvl5pPr marL="1016635" indent="-152400">
              <a:buFontTx/>
              <a:defRPr sz="1200">
                <a:solidFill>
                  <a:srgbClr val="A6A6A6"/>
                </a:solidFill>
                <a:latin typeface="Microsoft YaHei Light" panose="020B0402040204020203" pitchFamily="34" charset="-122"/>
                <a:ea typeface="Microsoft YaHei Light" panose="020B0402040204020203" pitchFamily="34" charset="-122"/>
                <a:cs typeface="Microsoft YaHei Light" panose="020B0402040204020203" pitchFamily="34" charset="-122"/>
                <a:sym typeface="Microsoft YaHei Light" panose="020B0402040204020203" pitchFamily="34" charset="-122"/>
              </a:defRPr>
            </a:lvl5pPr>
          </a:lstStyle>
          <a:p>
            <a:r>
              <a:t>正文级别 1</a:t>
            </a:r>
          </a:p>
          <a:p>
            <a:pPr lvl="1"/>
            <a:r>
              <a:t>正文级别 2</a:t>
            </a:r>
          </a:p>
          <a:p>
            <a:pPr lvl="2"/>
            <a:r>
              <a:t>正文级别 3</a:t>
            </a:r>
          </a:p>
          <a:p>
            <a:pPr lvl="3"/>
            <a:r>
              <a:t>正文级别 4</a:t>
            </a:r>
          </a:p>
          <a:p>
            <a:pPr lvl="4"/>
            <a:r>
              <a:t>正文级别 5</a:t>
            </a:r>
          </a:p>
        </p:txBody>
      </p:sp>
      <p:sp>
        <p:nvSpPr>
          <p:cNvPr id="42" name="标题文本"/>
          <p:cNvSpPr txBox="1">
            <a:spLocks noGrp="1"/>
          </p:cNvSpPr>
          <p:nvPr>
            <p:ph type="body" sz="quarter" idx="13" hasCustomPrompt="1"/>
          </p:nvPr>
        </p:nvSpPr>
        <p:spPr>
          <a:xfrm>
            <a:off x="519503" y="295860"/>
            <a:ext cx="9979228" cy="441357"/>
          </a:xfrm>
          <a:prstGeom prst="rect">
            <a:avLst/>
          </a:prstGeom>
        </p:spPr>
        <p:txBody>
          <a:bodyPr anchor="ctr"/>
          <a:lstStyle>
            <a:lvl1pPr marL="0" indent="0">
              <a:spcBef>
                <a:spcPct val="0"/>
              </a:spcBef>
              <a:buSzTx/>
              <a:buFontTx/>
              <a:buNone/>
              <a:defRPr sz="1900" b="1">
                <a:latin typeface="Microsoft YaHei" panose="020B0402040204020203" pitchFamily="34" charset="-122"/>
                <a:ea typeface="Microsoft YaHei" panose="020B0402040204020203" pitchFamily="34" charset="-122"/>
                <a:cs typeface="Microsoft YaHei" panose="020B0402040204020203" pitchFamily="34" charset="-122"/>
                <a:sym typeface="Microsoft YaHei" panose="020B0402040204020203" pitchFamily="34" charset="-122"/>
              </a:defRPr>
            </a:lvl1pPr>
          </a:lstStyle>
          <a:p>
            <a:r>
              <a:t>标题文本</a:t>
            </a:r>
          </a:p>
        </p:txBody>
      </p:sp>
      <p:sp>
        <p:nvSpPr>
          <p:cNvPr id="43" name="圆角矩形"/>
          <p:cNvSpPr/>
          <p:nvPr/>
        </p:nvSpPr>
        <p:spPr>
          <a:xfrm>
            <a:off x="444433" y="410129"/>
            <a:ext cx="76201" cy="203201"/>
          </a:xfrm>
          <a:prstGeom prst="roundRect">
            <a:avLst>
              <a:gd name="adj" fmla="val 33333"/>
            </a:avLst>
          </a:prstGeom>
          <a:solidFill>
            <a:srgbClr val="A4348F"/>
          </a:solidFill>
          <a:ln w="12700">
            <a:miter lim="400000"/>
          </a:ln>
        </p:spPr>
        <p:txBody>
          <a:bodyPr lIns="35718" tIns="35718" rIns="35718" bIns="35718" anchor="ctr"/>
          <a:lstStyle/>
          <a:p>
            <a:pPr algn="ctr" defTabSz="821690">
              <a:defRPr sz="3200">
                <a:solidFill>
                  <a:srgbClr val="FFFFFF"/>
                </a:solidFill>
                <a:latin typeface="Helvetica Light"/>
                <a:ea typeface="Helvetica Light"/>
                <a:cs typeface="Helvetica Light"/>
                <a:sym typeface="Helvetica Light"/>
              </a:defRPr>
            </a:pPr>
            <a:endParaRPr sz="1600"/>
          </a:p>
        </p:txBody>
      </p:sp>
      <p:sp>
        <p:nvSpPr>
          <p:cNvPr id="4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402040204020203" charset="-122"/>
                <a:ea typeface="微软雅黑" panose="020B0402040204020203"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402040204020203" charset="-122"/>
                <a:ea typeface="微软雅黑" panose="020B0402040204020203" charset="-122"/>
              </a:defRPr>
            </a:lvl1pPr>
          </a:lstStyle>
          <a:p>
            <a:r>
              <a:rPr kumimoji="1" lang="en-US" altLang="zh-CN" dirty="0"/>
              <a:t>1</a:t>
            </a:r>
            <a:endParaRPr kumimoji="1" lang="zh-CN" altLang="en-US" dirty="0"/>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402040204020203" pitchFamily="34" charset="-122"/>
              <a:ea typeface="Microsoft YaHei" panose="020B0402040204020203" pitchFamily="34" charset="-122"/>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402040204020203" pitchFamily="34" charset="-122"/>
              <a:ea typeface="Microsoft YaHei" panose="020B0402040204020203" pitchFamily="34" charset="-122"/>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402040204020203" pitchFamily="34" charset="-122"/>
              <a:ea typeface="Microsoft YaHei" panose="020B0402040204020203" pitchFamily="34" charset="-122"/>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Microsoft YaHei" panose="020B0402040204020203" pitchFamily="34" charset="-122"/>
              <a:ea typeface="Microsoft YaHei" panose="020B0402040204020203" pitchFamily="34" charset="-122"/>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A06EFF"/>
              </a:solidFill>
              <a:latin typeface="Microsoft YaHei" panose="020B0402040204020203" pitchFamily="34" charset="-122"/>
              <a:ea typeface="Microsoft YaHei" panose="020B0402040204020203" pitchFamily="34" charset="-122"/>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402040204020203" pitchFamily="34" charset="-122"/>
              <a:ea typeface="Microsoft YaHei" panose="020B0402040204020203" pitchFamily="34" charset="-122"/>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402040204020203" pitchFamily="34" charset="-122"/>
              <a:ea typeface="Microsoft YaHei" panose="020B0402040204020203" pitchFamily="34" charset="-122"/>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Microsoft YaHei" panose="020B0402040204020203" pitchFamily="34" charset="-122"/>
              <a:ea typeface="Microsoft YaHei" panose="020B0402040204020203" pitchFamily="34" charset="-122"/>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Microsoft YaHei" panose="020B0402040204020203" pitchFamily="34" charset="-122"/>
              <a:ea typeface="Microsoft YaHei" panose="020B0402040204020203" pitchFamily="34" charset="-122"/>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402040204020203" pitchFamily="34" charset="-122"/>
              <a:ea typeface="Microsoft YaHei" panose="020B0402040204020203" pitchFamily="34" charset="-122"/>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402040204020203" pitchFamily="34" charset="-122"/>
              <a:ea typeface="Microsoft YaHei" panose="020B0402040204020203" pitchFamily="34" charset="-122"/>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Microsoft YaHei Light" panose="020B0402040204020203" pitchFamily="34" charset="-122"/>
                <a:ea typeface="Microsoft YaHei Light" panose="020B0402040204020203" pitchFamily="34" charset="-122"/>
              </a:rPr>
              <a:t>主色</a:t>
            </a:r>
            <a:endParaRPr kumimoji="1" lang="zh-CN" altLang="en-US" sz="1200" b="0" i="0" dirty="0">
              <a:latin typeface="Microsoft YaHei Light" panose="020B0402040204020203" pitchFamily="34" charset="-122"/>
              <a:ea typeface="Microsoft YaHei Light" panose="020B0402040204020203" pitchFamily="34" charset="-122"/>
            </a:endParaRP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Microsoft YaHei Light" panose="020B0402040204020203" pitchFamily="34" charset="-122"/>
                <a:ea typeface="Microsoft YaHei Light" panose="020B0402040204020203" pitchFamily="34" charset="-122"/>
              </a:rPr>
              <a:t>辅助色</a:t>
            </a:r>
            <a:endParaRPr kumimoji="1" lang="zh-CN" altLang="en-US" sz="1200" b="0" i="0" dirty="0">
              <a:latin typeface="Microsoft YaHei Light" panose="020B0402040204020203" pitchFamily="34" charset="-122"/>
              <a:ea typeface="Microsoft YaHei Light" panose="020B0402040204020203" pitchFamily="34" charset="-122"/>
            </a:endParaRP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Microsoft YaHei Light" panose="020B0402040204020203" pitchFamily="34" charset="-122"/>
                <a:ea typeface="Microsoft YaHei Light" panose="020B0402040204020203" pitchFamily="34" charset="-122"/>
              </a:rPr>
              <a:t>字体</a:t>
            </a:r>
            <a:endParaRPr kumimoji="1" lang="zh-CN" altLang="en-US" sz="1200" b="0" i="0" dirty="0">
              <a:latin typeface="Microsoft YaHei Light" panose="020B0402040204020203" pitchFamily="34" charset="-122"/>
              <a:ea typeface="Microsoft YaHei Light" panose="020B0402040204020203" pitchFamily="34" charset="-122"/>
            </a:endParaRP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Microsoft YaHei" panose="020B0402040204020203" pitchFamily="34" charset="-122"/>
                <a:ea typeface="Microsoft YaHei" panose="020B0402040204020203" pitchFamily="34" charset="-122"/>
              </a:rPr>
              <a:t>微软雅黑</a:t>
            </a:r>
            <a:endParaRPr kumimoji="1" lang="zh-CN" altLang="en-US" sz="1600" b="0" i="0" dirty="0">
              <a:latin typeface="Microsoft YaHei" panose="020B0402040204020203" pitchFamily="34" charset="-122"/>
              <a:ea typeface="Microsoft YaHei" panose="020B0402040204020203"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402040204020203" charset="-122"/>
          <a:ea typeface="微软雅黑" panose="020B0402040204020203"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b="0" i="0" kern="1200">
          <a:solidFill>
            <a:schemeClr val="tx1"/>
          </a:solidFill>
          <a:latin typeface="微软雅黑" panose="020B0402040204020203" charset="-122"/>
          <a:ea typeface="微软雅黑" panose="020B0402040204020203"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0" i="0" kern="1200">
          <a:solidFill>
            <a:schemeClr val="tx1"/>
          </a:solidFill>
          <a:latin typeface="微软雅黑" panose="020B0402040204020203" charset="-122"/>
          <a:ea typeface="微软雅黑" panose="020B0402040204020203"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0" i="0" kern="1200">
          <a:solidFill>
            <a:schemeClr val="tx1"/>
          </a:solidFill>
          <a:latin typeface="微软雅黑" panose="020B0402040204020203" charset="-122"/>
          <a:ea typeface="微软雅黑" panose="020B0402040204020203"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微软雅黑" panose="020B0402040204020203" charset="-122"/>
          <a:ea typeface="微软雅黑" panose="020B0402040204020203"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微软雅黑" panose="020B0402040204020203" charset="-122"/>
          <a:ea typeface="微软雅黑" panose="020B0402040204020203"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5" y="2054225"/>
            <a:ext cx="12192635" cy="1325880"/>
          </a:xfrm>
        </p:spPr>
        <p:txBody>
          <a:bodyPr/>
          <a:lstStyle/>
          <a:p>
            <a:pPr algn="ctr"/>
            <a:r>
              <a:rPr kumimoji="1" lang="zh-CN" altLang="en-US" dirty="0"/>
              <a:t>设计思维案例</a:t>
            </a:r>
            <a:r>
              <a:rPr kumimoji="1" lang="zh-CN" altLang="en-US" dirty="0"/>
              <a:t>编写模板</a:t>
            </a:r>
            <a:endParaRPr kumimoji="1" lang="zh-CN" altLang="en-US" dirty="0"/>
          </a:p>
        </p:txBody>
      </p:sp>
      <p:sp>
        <p:nvSpPr>
          <p:cNvPr id="3" name="内容占位符 2"/>
          <p:cNvSpPr>
            <a:spLocks noGrp="1"/>
          </p:cNvSpPr>
          <p:nvPr>
            <p:ph sz="quarter" idx="12"/>
          </p:nvPr>
        </p:nvSpPr>
        <p:spPr/>
        <p:txBody>
          <a:bodyPr/>
          <a:lstStyle/>
          <a:p>
            <a:endParaRPr kumimoji="1" lang="zh-CN" altLang="en-US" dirty="0"/>
          </a:p>
        </p:txBody>
      </p:sp>
      <p:sp>
        <p:nvSpPr>
          <p:cNvPr id="4" name="内容占位符 3"/>
          <p:cNvSpPr>
            <a:spLocks noGrp="1"/>
          </p:cNvSpPr>
          <p:nvPr>
            <p:ph sz="quarter" idx="13"/>
          </p:nvPr>
        </p:nvSpPr>
        <p:spPr/>
        <p:txBody>
          <a:bodyPr/>
          <a:lstStyle/>
          <a:p>
            <a:endParaRPr kumimoji="1" lang="zh-CN" altLang="en-US" dirty="0"/>
          </a:p>
        </p:txBody>
      </p:sp>
      <p:sp>
        <p:nvSpPr>
          <p:cNvPr id="5" name="内容占位符 4"/>
          <p:cNvSpPr>
            <a:spLocks noGrp="1"/>
          </p:cNvSpPr>
          <p:nvPr>
            <p:ph sz="quarter" idx="14"/>
          </p:nvPr>
        </p:nvSpPr>
        <p:spPr/>
        <p:txBody>
          <a:bodyPr/>
          <a:lstStyle/>
          <a:p>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2"/>
          </p:nvPr>
        </p:nvSpPr>
        <p:spPr/>
        <p:txBody>
          <a:bodyPr/>
          <a:p>
            <a:endParaRPr lang="zh-CN" altLang="en-US" sz="1400"/>
          </a:p>
        </p:txBody>
      </p:sp>
      <p:sp>
        <p:nvSpPr>
          <p:cNvPr id="3" name="文本占位符 2"/>
          <p:cNvSpPr>
            <a:spLocks noGrp="1"/>
          </p:cNvSpPr>
          <p:nvPr>
            <p:ph type="body" sz="quarter" idx="28"/>
          </p:nvPr>
        </p:nvSpPr>
        <p:spPr>
          <a:xfrm>
            <a:off x="398145" y="682625"/>
            <a:ext cx="11405235" cy="285115"/>
          </a:xfrm>
        </p:spPr>
        <p:txBody>
          <a:bodyPr/>
          <a:p>
            <a:r>
              <a:rPr lang="zh-CN" altLang="en-US" i="1">
                <a:solidFill>
                  <a:schemeClr val="accent4"/>
                </a:solidFill>
              </a:rPr>
              <a:t>编写说明：阐述项目背景、面临的主要问题</a:t>
            </a:r>
            <a:r>
              <a:rPr lang="en-US" altLang="zh-CN" i="1">
                <a:solidFill>
                  <a:schemeClr val="accent4"/>
                </a:solidFill>
              </a:rPr>
              <a:t>/</a:t>
            </a:r>
            <a:r>
              <a:rPr lang="zh-CN" altLang="en-US" i="1">
                <a:solidFill>
                  <a:schemeClr val="accent4"/>
                </a:solidFill>
              </a:rPr>
              <a:t>挑战、本次设计的目标（业务</a:t>
            </a:r>
            <a:r>
              <a:rPr lang="en-US" altLang="zh-CN" i="1">
                <a:solidFill>
                  <a:schemeClr val="accent4"/>
                </a:solidFill>
              </a:rPr>
              <a:t>/</a:t>
            </a:r>
            <a:r>
              <a:rPr lang="zh-CN" altLang="en-US" i="1">
                <a:solidFill>
                  <a:schemeClr val="accent4"/>
                </a:solidFill>
              </a:rPr>
              <a:t>用户双重</a:t>
            </a:r>
            <a:r>
              <a:rPr lang="zh-CN" altLang="en-US" i="1">
                <a:solidFill>
                  <a:schemeClr val="accent4"/>
                </a:solidFill>
              </a:rPr>
              <a:t>维度）</a:t>
            </a:r>
            <a:endParaRPr lang="zh-CN" altLang="en-US" i="1">
              <a:solidFill>
                <a:schemeClr val="accent4"/>
              </a:solidFill>
            </a:endParaRPr>
          </a:p>
        </p:txBody>
      </p:sp>
      <p:sp>
        <p:nvSpPr>
          <p:cNvPr id="4" name="标题 3"/>
          <p:cNvSpPr>
            <a:spLocks noGrp="1"/>
          </p:cNvSpPr>
          <p:nvPr>
            <p:ph type="title"/>
          </p:nvPr>
        </p:nvSpPr>
        <p:spPr/>
        <p:txBody>
          <a:bodyPr/>
          <a:p>
            <a:r>
              <a:rPr kumimoji="1" lang="zh-CN" altLang="en-US" dirty="0">
                <a:sym typeface="+mn-ea"/>
              </a:rPr>
              <a:t>一、项目背景与业务挑战</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2"/>
          </p:nvPr>
        </p:nvSpPr>
        <p:spPr/>
        <p:txBody>
          <a:bodyPr/>
          <a:p>
            <a:endParaRPr lang="zh-CN" altLang="en-US" sz="1400"/>
          </a:p>
        </p:txBody>
      </p:sp>
      <p:sp>
        <p:nvSpPr>
          <p:cNvPr id="3" name="文本占位符 2"/>
          <p:cNvSpPr>
            <a:spLocks noGrp="1"/>
          </p:cNvSpPr>
          <p:nvPr>
            <p:ph type="body" sz="quarter" idx="28"/>
          </p:nvPr>
        </p:nvSpPr>
        <p:spPr>
          <a:xfrm>
            <a:off x="398145" y="682625"/>
            <a:ext cx="11426825" cy="285115"/>
          </a:xfrm>
        </p:spPr>
        <p:txBody>
          <a:bodyPr/>
          <a:p>
            <a:r>
              <a:rPr lang="zh-CN" altLang="en-US" i="1">
                <a:solidFill>
                  <a:schemeClr val="accent4"/>
                </a:solidFill>
              </a:rPr>
              <a:t>编写说明：阐述用户调研方式、调研的关键结果、目标</a:t>
            </a:r>
            <a:r>
              <a:rPr lang="zh-CN" altLang="en-US" i="1">
                <a:solidFill>
                  <a:schemeClr val="accent4"/>
                </a:solidFill>
                <a:sym typeface="+mn-ea"/>
              </a:rPr>
              <a:t>用户画像等，若有用户体验旅程图也可附上，可按具体内容自行</a:t>
            </a:r>
            <a:r>
              <a:rPr lang="zh-CN" altLang="en-US" i="1">
                <a:solidFill>
                  <a:schemeClr val="accent4"/>
                </a:solidFill>
                <a:sym typeface="+mn-ea"/>
              </a:rPr>
              <a:t>增页</a:t>
            </a:r>
            <a:endParaRPr lang="zh-CN" altLang="en-US" i="1">
              <a:solidFill>
                <a:schemeClr val="accent4"/>
              </a:solidFill>
              <a:sym typeface="+mn-ea"/>
            </a:endParaRPr>
          </a:p>
        </p:txBody>
      </p:sp>
      <p:sp>
        <p:nvSpPr>
          <p:cNvPr id="4" name="标题 3"/>
          <p:cNvSpPr>
            <a:spLocks noGrp="1"/>
          </p:cNvSpPr>
          <p:nvPr>
            <p:ph type="title"/>
          </p:nvPr>
        </p:nvSpPr>
        <p:spPr/>
        <p:txBody>
          <a:bodyPr/>
          <a:p>
            <a:r>
              <a:rPr lang="zh-CN" altLang="en-US"/>
              <a:t>二、设计思维流程记录：</a:t>
            </a:r>
            <a:r>
              <a:rPr lang="zh-CN" altLang="en-US"/>
              <a:t>目标用户</a:t>
            </a:r>
            <a:r>
              <a:rPr lang="zh-CN" altLang="en-US"/>
              <a:t>洞察</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28"/>
          </p:nvPr>
        </p:nvSpPr>
        <p:spPr>
          <a:xfrm>
            <a:off x="398145" y="682625"/>
            <a:ext cx="11426825" cy="285115"/>
          </a:xfrm>
        </p:spPr>
        <p:txBody>
          <a:bodyPr/>
          <a:p>
            <a:r>
              <a:rPr lang="zh-CN" altLang="en-US" i="1">
                <a:solidFill>
                  <a:schemeClr val="accent4"/>
                </a:solidFill>
              </a:rPr>
              <a:t>编写说明：从前面的用户洞察选取出本项目要解决的用户痛点、对应</a:t>
            </a:r>
            <a:r>
              <a:rPr lang="zh-CN" altLang="en-US" i="1">
                <a:solidFill>
                  <a:schemeClr val="accent4"/>
                </a:solidFill>
              </a:rPr>
              <a:t>的关键需求</a:t>
            </a:r>
            <a:r>
              <a:rPr lang="zh-CN" altLang="en-US" i="1">
                <a:solidFill>
                  <a:schemeClr val="accent4"/>
                </a:solidFill>
              </a:rPr>
              <a:t>点</a:t>
            </a:r>
            <a:endParaRPr lang="zh-CN" altLang="en-US" i="1">
              <a:solidFill>
                <a:schemeClr val="accent4"/>
              </a:solidFill>
            </a:endParaRPr>
          </a:p>
        </p:txBody>
      </p:sp>
      <p:sp>
        <p:nvSpPr>
          <p:cNvPr id="4" name="标题 3"/>
          <p:cNvSpPr>
            <a:spLocks noGrp="1"/>
          </p:cNvSpPr>
          <p:nvPr>
            <p:ph type="title"/>
          </p:nvPr>
        </p:nvSpPr>
        <p:spPr/>
        <p:txBody>
          <a:bodyPr/>
          <a:p>
            <a:r>
              <a:rPr lang="zh-CN" altLang="en-US">
                <a:sym typeface="+mn-ea"/>
              </a:rPr>
              <a:t>二、</a:t>
            </a:r>
            <a:r>
              <a:rPr lang="zh-CN" altLang="en-US"/>
              <a:t>设计思维流程记录：定义</a:t>
            </a:r>
            <a:r>
              <a:rPr lang="zh-CN" altLang="en-US"/>
              <a:t>问题</a:t>
            </a:r>
            <a:endParaRPr lang="zh-CN" altLang="en-US"/>
          </a:p>
        </p:txBody>
      </p:sp>
      <p:sp>
        <p:nvSpPr>
          <p:cNvPr id="12" name="圆角矩形 11"/>
          <p:cNvSpPr/>
          <p:nvPr/>
        </p:nvSpPr>
        <p:spPr>
          <a:xfrm>
            <a:off x="398145" y="1525905"/>
            <a:ext cx="5354320" cy="1637665"/>
          </a:xfrm>
          <a:prstGeom prst="roundRect">
            <a:avLst>
              <a:gd name="adj" fmla="val 10081"/>
            </a:avLst>
          </a:prstGeom>
          <a:solidFill>
            <a:srgbClr val="2287F5">
              <a:alpha val="2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下箭头 5"/>
          <p:cNvSpPr/>
          <p:nvPr/>
        </p:nvSpPr>
        <p:spPr>
          <a:xfrm>
            <a:off x="5806440" y="3228340"/>
            <a:ext cx="476885" cy="476885"/>
          </a:xfrm>
          <a:prstGeom prst="down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圆角矩形 7"/>
          <p:cNvSpPr/>
          <p:nvPr/>
        </p:nvSpPr>
        <p:spPr>
          <a:xfrm>
            <a:off x="6303010" y="1525905"/>
            <a:ext cx="5354320" cy="1637665"/>
          </a:xfrm>
          <a:prstGeom prst="roundRect">
            <a:avLst>
              <a:gd name="adj" fmla="val 10081"/>
            </a:avLst>
          </a:prstGeom>
          <a:solidFill>
            <a:srgbClr val="08C8C8">
              <a:alpha val="2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398145" y="3806190"/>
            <a:ext cx="11239500" cy="1961515"/>
          </a:xfrm>
          <a:prstGeom prst="roundRect">
            <a:avLst>
              <a:gd name="adj" fmla="val 10081"/>
            </a:avLst>
          </a:prstGeom>
          <a:solidFill>
            <a:schemeClr val="accent5">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内容占位符 1"/>
          <p:cNvSpPr>
            <a:spLocks noGrp="1"/>
          </p:cNvSpPr>
          <p:nvPr/>
        </p:nvSpPr>
        <p:spPr>
          <a:xfrm>
            <a:off x="573405" y="1654175"/>
            <a:ext cx="5028565" cy="1368425"/>
          </a:xfrm>
          <a:prstGeom prst="rect">
            <a:avLst/>
          </a:prstGeom>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sz="1400">
                <a:solidFill>
                  <a:schemeClr val="tx1"/>
                </a:solidFill>
              </a:rPr>
              <a:t>受困于</a:t>
            </a:r>
            <a:r>
              <a:rPr lang="en-US" altLang="zh-CN" sz="1400">
                <a:solidFill>
                  <a:schemeClr val="tx1"/>
                </a:solidFill>
              </a:rPr>
              <a:t>/</a:t>
            </a:r>
            <a:r>
              <a:rPr lang="zh-CN" altLang="en-US" sz="1400">
                <a:solidFill>
                  <a:schemeClr val="tx1"/>
                </a:solidFill>
              </a:rPr>
              <a:t>由于</a:t>
            </a:r>
            <a:r>
              <a:rPr lang="en-US" altLang="zh-CN" sz="1400">
                <a:solidFill>
                  <a:schemeClr val="tx1"/>
                </a:solidFill>
              </a:rPr>
              <a:t>/</a:t>
            </a:r>
            <a:r>
              <a:rPr lang="zh-CN" altLang="en-US" sz="1400">
                <a:solidFill>
                  <a:schemeClr val="tx1"/>
                </a:solidFill>
              </a:rPr>
              <a:t>因为</a:t>
            </a:r>
            <a:r>
              <a:rPr lang="en-US" altLang="zh-CN" sz="1400">
                <a:solidFill>
                  <a:schemeClr val="tx1"/>
                </a:solidFill>
              </a:rPr>
              <a:t>......</a:t>
            </a:r>
            <a:endParaRPr lang="en-US" altLang="zh-CN" sz="1400">
              <a:solidFill>
                <a:schemeClr val="tx1"/>
              </a:solidFill>
            </a:endParaRPr>
          </a:p>
          <a:p>
            <a:r>
              <a:rPr lang="zh-CN" altLang="en-US" sz="2000" b="1">
                <a:latin typeface="Microsoft YaHei Bold" panose="020B0402040204020203" charset="-122"/>
                <a:ea typeface="Microsoft YaHei Bold" panose="020B0402040204020203" charset="-122"/>
              </a:rPr>
              <a:t>填写本次项目要解决</a:t>
            </a:r>
            <a:r>
              <a:rPr lang="zh-CN" altLang="en-US" sz="2000" b="1">
                <a:latin typeface="Microsoft YaHei Bold" panose="020B0402040204020203" charset="-122"/>
                <a:ea typeface="Microsoft YaHei Bold" panose="020B0402040204020203" charset="-122"/>
              </a:rPr>
              <a:t>的用户痛点</a:t>
            </a:r>
            <a:endParaRPr lang="zh-CN" altLang="en-US" sz="2000" b="1">
              <a:latin typeface="Microsoft YaHei Bold" panose="020B0402040204020203" charset="-122"/>
              <a:ea typeface="Microsoft YaHei Bold" panose="020B0402040204020203" charset="-122"/>
            </a:endParaRPr>
          </a:p>
        </p:txBody>
      </p:sp>
      <p:sp>
        <p:nvSpPr>
          <p:cNvPr id="11" name="内容占位符 1"/>
          <p:cNvSpPr>
            <a:spLocks noGrp="1"/>
          </p:cNvSpPr>
          <p:nvPr/>
        </p:nvSpPr>
        <p:spPr>
          <a:xfrm>
            <a:off x="6465570" y="1654175"/>
            <a:ext cx="5028565" cy="1368425"/>
          </a:xfrm>
          <a:prstGeom prst="rect">
            <a:avLst/>
          </a:prstGeom>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sz="1400">
                <a:solidFill>
                  <a:schemeClr val="tx1"/>
                </a:solidFill>
              </a:rPr>
              <a:t>所以</a:t>
            </a:r>
            <a:r>
              <a:rPr lang="en-US" altLang="zh-CN" sz="1400">
                <a:solidFill>
                  <a:schemeClr val="tx1"/>
                </a:solidFill>
              </a:rPr>
              <a:t>XX</a:t>
            </a:r>
            <a:r>
              <a:rPr lang="zh-CN" altLang="en-US" sz="1400">
                <a:solidFill>
                  <a:schemeClr val="tx1"/>
                </a:solidFill>
              </a:rPr>
              <a:t>用户需要一种</a:t>
            </a:r>
            <a:r>
              <a:rPr lang="en-US" altLang="zh-CN" sz="1400">
                <a:solidFill>
                  <a:schemeClr val="tx1"/>
                </a:solidFill>
              </a:rPr>
              <a:t>......</a:t>
            </a:r>
            <a:r>
              <a:rPr lang="zh-CN" altLang="en-US" sz="1400">
                <a:solidFill>
                  <a:schemeClr val="tx1"/>
                </a:solidFill>
              </a:rPr>
              <a:t>的方法来解决</a:t>
            </a:r>
            <a:endParaRPr lang="en-US" altLang="zh-CN" sz="1400">
              <a:solidFill>
                <a:schemeClr val="tx1"/>
              </a:solidFill>
            </a:endParaRPr>
          </a:p>
          <a:p>
            <a:r>
              <a:rPr lang="zh-CN" altLang="en-US" sz="2000" b="1">
                <a:latin typeface="Microsoft YaHei Bold" panose="020B0402040204020203" charset="-122"/>
                <a:ea typeface="Microsoft YaHei Bold" panose="020B0402040204020203" charset="-122"/>
              </a:rPr>
              <a:t>填入</a:t>
            </a:r>
            <a:r>
              <a:rPr lang="zh-CN" altLang="en-US" sz="2000" b="1">
                <a:latin typeface="Microsoft YaHei Bold" panose="020B0402040204020203" charset="-122"/>
                <a:ea typeface="Microsoft YaHei Bold" panose="020B0402040204020203" charset="-122"/>
              </a:rPr>
              <a:t>解决用户痛点的</a:t>
            </a:r>
            <a:r>
              <a:rPr lang="zh-CN" altLang="en-US" sz="2000" b="1">
                <a:latin typeface="Microsoft YaHei Bold" panose="020B0402040204020203" charset="-122"/>
                <a:ea typeface="Microsoft YaHei Bold" panose="020B0402040204020203" charset="-122"/>
              </a:rPr>
              <a:t>方法</a:t>
            </a:r>
            <a:endParaRPr lang="zh-CN" altLang="en-US" sz="2000" b="1">
              <a:latin typeface="Microsoft YaHei Bold" panose="020B0402040204020203" charset="-122"/>
              <a:ea typeface="Microsoft YaHei Bold" panose="020B0402040204020203" charset="-122"/>
            </a:endParaRPr>
          </a:p>
        </p:txBody>
      </p:sp>
      <p:sp>
        <p:nvSpPr>
          <p:cNvPr id="13" name="内容占位符 1"/>
          <p:cNvSpPr>
            <a:spLocks noGrp="1"/>
          </p:cNvSpPr>
          <p:nvPr/>
        </p:nvSpPr>
        <p:spPr>
          <a:xfrm>
            <a:off x="573405" y="4109085"/>
            <a:ext cx="10887075" cy="1435735"/>
          </a:xfrm>
          <a:prstGeom prst="rect">
            <a:avLst/>
          </a:prstGeom>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sz="1400">
                <a:solidFill>
                  <a:schemeClr val="tx1"/>
                </a:solidFill>
              </a:rPr>
              <a:t>我们的产品可以为用户</a:t>
            </a:r>
            <a:r>
              <a:rPr lang="en-US" altLang="zh-CN" sz="1400">
                <a:solidFill>
                  <a:schemeClr val="tx1"/>
                </a:solidFill>
              </a:rPr>
              <a:t>......</a:t>
            </a:r>
            <a:endParaRPr lang="en-US" altLang="zh-CN" sz="1400">
              <a:solidFill>
                <a:schemeClr val="tx1"/>
              </a:solidFill>
            </a:endParaRPr>
          </a:p>
          <a:p>
            <a:r>
              <a:rPr lang="zh-CN" altLang="en-US" sz="2000" b="1">
                <a:latin typeface="Microsoft YaHei Bold" panose="020B0402040204020203" charset="-122"/>
                <a:ea typeface="Microsoft YaHei Bold" panose="020B0402040204020203" charset="-122"/>
              </a:rPr>
              <a:t>用简要语言描述产品可以给目标用户带来的</a:t>
            </a:r>
            <a:r>
              <a:rPr lang="zh-CN" altLang="en-US" sz="2000" b="1">
                <a:latin typeface="Microsoft YaHei Bold" panose="020B0402040204020203" charset="-122"/>
                <a:ea typeface="Microsoft YaHei Bold" panose="020B0402040204020203" charset="-122"/>
              </a:rPr>
              <a:t>受益点</a:t>
            </a:r>
            <a:endParaRPr lang="zh-CN" altLang="en-US" sz="2000" b="1">
              <a:latin typeface="Microsoft YaHei Bold" panose="020B0402040204020203" charset="-122"/>
              <a:ea typeface="Microsoft YaHei Bold" panose="020B0402040204020203"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2"/>
          </p:nvPr>
        </p:nvSpPr>
        <p:spPr>
          <a:xfrm>
            <a:off x="397510" y="1374140"/>
            <a:ext cx="11206480" cy="4813300"/>
          </a:xfrm>
        </p:spPr>
        <p:txBody>
          <a:bodyPr/>
          <a:p>
            <a:endParaRPr lang="zh-CN" altLang="en-US" sz="1400"/>
          </a:p>
        </p:txBody>
      </p:sp>
      <p:sp>
        <p:nvSpPr>
          <p:cNvPr id="3" name="文本占位符 2"/>
          <p:cNvSpPr>
            <a:spLocks noGrp="1"/>
          </p:cNvSpPr>
          <p:nvPr>
            <p:ph type="body" sz="quarter" idx="28"/>
          </p:nvPr>
        </p:nvSpPr>
        <p:spPr>
          <a:xfrm>
            <a:off x="398145" y="682625"/>
            <a:ext cx="11426825" cy="285115"/>
          </a:xfrm>
        </p:spPr>
        <p:txBody>
          <a:bodyPr/>
          <a:p>
            <a:r>
              <a:rPr lang="zh-CN" altLang="en-US" i="1">
                <a:solidFill>
                  <a:schemeClr val="accent4"/>
                </a:solidFill>
              </a:rPr>
              <a:t>编写说明：展示提出过的设计方案</a:t>
            </a:r>
            <a:r>
              <a:rPr lang="en-US" altLang="zh-CN" i="1">
                <a:solidFill>
                  <a:schemeClr val="accent4"/>
                </a:solidFill>
              </a:rPr>
              <a:t>+</a:t>
            </a:r>
            <a:r>
              <a:rPr lang="zh-CN" altLang="en-US" i="1">
                <a:solidFill>
                  <a:schemeClr val="accent4"/>
                </a:solidFill>
              </a:rPr>
              <a:t>最终采纳的方案（说明方案采纳</a:t>
            </a:r>
            <a:r>
              <a:rPr lang="zh-CN" altLang="en-US" i="1">
                <a:solidFill>
                  <a:schemeClr val="accent4"/>
                </a:solidFill>
              </a:rPr>
              <a:t>的原因）</a:t>
            </a:r>
            <a:endParaRPr lang="zh-CN" altLang="en-US" i="1">
              <a:solidFill>
                <a:schemeClr val="accent4"/>
              </a:solidFill>
            </a:endParaRPr>
          </a:p>
        </p:txBody>
      </p:sp>
      <p:sp>
        <p:nvSpPr>
          <p:cNvPr id="4" name="标题 3"/>
          <p:cNvSpPr>
            <a:spLocks noGrp="1"/>
          </p:cNvSpPr>
          <p:nvPr>
            <p:ph type="title"/>
          </p:nvPr>
        </p:nvSpPr>
        <p:spPr/>
        <p:txBody>
          <a:bodyPr/>
          <a:p>
            <a:r>
              <a:rPr lang="zh-CN" altLang="en-US">
                <a:sym typeface="+mn-ea"/>
              </a:rPr>
              <a:t>二、</a:t>
            </a:r>
            <a:r>
              <a:rPr lang="zh-CN" altLang="en-US"/>
              <a:t>设计思维流程记录：创意</a:t>
            </a:r>
            <a:r>
              <a:rPr lang="zh-CN" altLang="en-US"/>
              <a:t>发散</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2"/>
          </p:nvPr>
        </p:nvSpPr>
        <p:spPr/>
        <p:txBody>
          <a:bodyPr/>
          <a:p>
            <a:endParaRPr lang="zh-CN" altLang="en-US" sz="1400"/>
          </a:p>
        </p:txBody>
      </p:sp>
      <p:sp>
        <p:nvSpPr>
          <p:cNvPr id="3" name="文本占位符 2"/>
          <p:cNvSpPr>
            <a:spLocks noGrp="1"/>
          </p:cNvSpPr>
          <p:nvPr>
            <p:ph type="body" sz="quarter" idx="28"/>
          </p:nvPr>
        </p:nvSpPr>
        <p:spPr>
          <a:xfrm>
            <a:off x="398145" y="682625"/>
            <a:ext cx="11426825" cy="285115"/>
          </a:xfrm>
        </p:spPr>
        <p:txBody>
          <a:bodyPr/>
          <a:p>
            <a:r>
              <a:rPr lang="zh-CN" altLang="en-US" i="1">
                <a:solidFill>
                  <a:schemeClr val="accent4"/>
                </a:solidFill>
              </a:rPr>
              <a:t>编写说明：编写用什么方式（专家评审</a:t>
            </a:r>
            <a:r>
              <a:rPr lang="en-US" altLang="zh-CN" i="1">
                <a:solidFill>
                  <a:schemeClr val="accent4"/>
                </a:solidFill>
              </a:rPr>
              <a:t>/</a:t>
            </a:r>
            <a:r>
              <a:rPr lang="zh-CN" altLang="en-US" i="1">
                <a:solidFill>
                  <a:schemeClr val="accent4"/>
                </a:solidFill>
              </a:rPr>
              <a:t>客户</a:t>
            </a:r>
            <a:r>
              <a:rPr lang="zh-CN" altLang="en-US" i="1">
                <a:solidFill>
                  <a:schemeClr val="accent4"/>
                </a:solidFill>
                <a:sym typeface="+mn-ea"/>
              </a:rPr>
              <a:t>共创</a:t>
            </a:r>
            <a:r>
              <a:rPr lang="en-US" altLang="zh-CN" i="1">
                <a:solidFill>
                  <a:schemeClr val="accent4"/>
                </a:solidFill>
                <a:sym typeface="+mn-ea"/>
              </a:rPr>
              <a:t>/</a:t>
            </a:r>
            <a:r>
              <a:rPr lang="zh-CN" altLang="en-US" i="1">
                <a:solidFill>
                  <a:schemeClr val="accent4"/>
                </a:solidFill>
                <a:sym typeface="+mn-ea"/>
              </a:rPr>
              <a:t>用户测试</a:t>
            </a:r>
            <a:r>
              <a:rPr lang="zh-CN" altLang="en-US" i="1">
                <a:solidFill>
                  <a:schemeClr val="accent4"/>
                </a:solidFill>
              </a:rPr>
              <a:t>等）对设计方案</a:t>
            </a:r>
            <a:r>
              <a:rPr lang="en-US" altLang="zh-CN" i="1">
                <a:solidFill>
                  <a:schemeClr val="accent4"/>
                </a:solidFill>
              </a:rPr>
              <a:t>/</a:t>
            </a:r>
            <a:r>
              <a:rPr lang="zh-CN" altLang="en-US" i="1">
                <a:solidFill>
                  <a:schemeClr val="accent4"/>
                </a:solidFill>
              </a:rPr>
              <a:t>产品进行验证，并呈现用户反馈与迭代</a:t>
            </a:r>
            <a:r>
              <a:rPr lang="zh-CN" altLang="en-US" i="1">
                <a:solidFill>
                  <a:schemeClr val="accent4"/>
                </a:solidFill>
              </a:rPr>
              <a:t>说明</a:t>
            </a:r>
            <a:endParaRPr lang="zh-CN" altLang="en-US" i="1">
              <a:solidFill>
                <a:schemeClr val="accent4"/>
              </a:solidFill>
            </a:endParaRPr>
          </a:p>
        </p:txBody>
      </p:sp>
      <p:sp>
        <p:nvSpPr>
          <p:cNvPr id="4" name="标题 3"/>
          <p:cNvSpPr>
            <a:spLocks noGrp="1"/>
          </p:cNvSpPr>
          <p:nvPr>
            <p:ph type="title"/>
          </p:nvPr>
        </p:nvSpPr>
        <p:spPr/>
        <p:txBody>
          <a:bodyPr/>
          <a:p>
            <a:r>
              <a:rPr lang="zh-CN" altLang="en-US">
                <a:sym typeface="+mn-ea"/>
              </a:rPr>
              <a:t>二、</a:t>
            </a:r>
            <a:r>
              <a:rPr lang="zh-CN" altLang="en-US"/>
              <a:t>设计思维流程记录：测试验证</a:t>
            </a:r>
            <a:r>
              <a:rPr lang="zh-CN" altLang="en-US">
                <a:solidFill>
                  <a:srgbClr val="C00000"/>
                </a:solidFill>
              </a:rPr>
              <a:t>（可选）</a:t>
            </a:r>
            <a:endParaRPr lang="zh-CN" altLang="en-US">
              <a:solidFill>
                <a:srgbClr val="C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28"/>
          </p:nvPr>
        </p:nvSpPr>
        <p:spPr>
          <a:xfrm>
            <a:off x="398145" y="682625"/>
            <a:ext cx="11426825" cy="285115"/>
          </a:xfrm>
        </p:spPr>
        <p:txBody>
          <a:bodyPr/>
          <a:p>
            <a:r>
              <a:rPr lang="zh-CN" altLang="en-US" i="1">
                <a:solidFill>
                  <a:schemeClr val="accent4"/>
                </a:solidFill>
              </a:rPr>
              <a:t>编写说明：说明最终采纳的产品方案中涉及到的体验亮点细节。可按照亮点自行增</a:t>
            </a:r>
            <a:r>
              <a:rPr lang="zh-CN" altLang="en-US" i="1">
                <a:solidFill>
                  <a:schemeClr val="accent4"/>
                </a:solidFill>
              </a:rPr>
              <a:t>页</a:t>
            </a:r>
            <a:endParaRPr lang="zh-CN" altLang="en-US" i="1">
              <a:solidFill>
                <a:schemeClr val="accent4"/>
              </a:solidFill>
            </a:endParaRPr>
          </a:p>
        </p:txBody>
      </p:sp>
      <p:sp>
        <p:nvSpPr>
          <p:cNvPr id="4" name="标题 3"/>
          <p:cNvSpPr>
            <a:spLocks noGrp="1"/>
          </p:cNvSpPr>
          <p:nvPr>
            <p:ph type="title"/>
          </p:nvPr>
        </p:nvSpPr>
        <p:spPr/>
        <p:txBody>
          <a:bodyPr/>
          <a:p>
            <a:r>
              <a:rPr lang="zh-CN" altLang="en-US">
                <a:sym typeface="+mn-ea"/>
              </a:rPr>
              <a:t>三、体验亮点与愉悦</a:t>
            </a:r>
            <a:r>
              <a:rPr lang="zh-CN" altLang="en-US">
                <a:sym typeface="+mn-ea"/>
              </a:rPr>
              <a:t>细节</a:t>
            </a:r>
            <a:endParaRPr lang="zh-CN" altLang="en-US">
              <a:sym typeface="+mn-ea"/>
            </a:endParaRPr>
          </a:p>
        </p:txBody>
      </p:sp>
      <p:sp>
        <p:nvSpPr>
          <p:cNvPr id="5" name="矩形 4"/>
          <p:cNvSpPr/>
          <p:nvPr/>
        </p:nvSpPr>
        <p:spPr>
          <a:xfrm>
            <a:off x="398145" y="1444625"/>
            <a:ext cx="5794375" cy="3968750"/>
          </a:xfrm>
          <a:prstGeom prst="rect">
            <a:avLst/>
          </a:prstGeom>
          <a:solidFill>
            <a:srgbClr val="2287F5">
              <a:alpha val="2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i="1">
                <a:solidFill>
                  <a:schemeClr val="accent4"/>
                </a:solidFill>
                <a:latin typeface="Microsoft YaHei" panose="020B0402040204020203" pitchFamily="34" charset="-122"/>
                <a:ea typeface="Microsoft YaHei" panose="020B0402040204020203" pitchFamily="34" charset="-122"/>
                <a:sym typeface="+mn-ea"/>
              </a:rPr>
              <a:t>产品截图位置</a:t>
            </a:r>
            <a:endParaRPr lang="zh-CN" altLang="en-US" sz="1400" i="1">
              <a:solidFill>
                <a:schemeClr val="accent4"/>
              </a:solidFill>
              <a:latin typeface="Microsoft YaHei" panose="020B0402040204020203" pitchFamily="34" charset="-122"/>
              <a:ea typeface="Microsoft YaHei" panose="020B0402040204020203" pitchFamily="34" charset="-122"/>
              <a:sym typeface="+mn-ea"/>
            </a:endParaRPr>
          </a:p>
        </p:txBody>
      </p:sp>
      <p:sp>
        <p:nvSpPr>
          <p:cNvPr id="6" name="文本框 5"/>
          <p:cNvSpPr txBox="1"/>
          <p:nvPr/>
        </p:nvSpPr>
        <p:spPr>
          <a:xfrm>
            <a:off x="6962140" y="1777365"/>
            <a:ext cx="3884295" cy="368300"/>
          </a:xfrm>
          <a:prstGeom prst="rect">
            <a:avLst/>
          </a:prstGeom>
          <a:noFill/>
        </p:spPr>
        <p:txBody>
          <a:bodyPr wrap="square" rtlCol="0">
            <a:spAutoFit/>
          </a:bodyPr>
          <a:p>
            <a:r>
              <a:rPr lang="zh-CN" altLang="en-US">
                <a:latin typeface="Microsoft YaHei Regular" panose="020B0402040204020203" charset="-122"/>
                <a:ea typeface="Microsoft YaHei Regular" panose="020B0402040204020203" charset="-122"/>
              </a:rPr>
              <a:t>产品功能介绍</a:t>
            </a:r>
            <a:endParaRPr lang="zh-CN" altLang="en-US">
              <a:latin typeface="Microsoft YaHei Regular" panose="020B0402040204020203" charset="-122"/>
              <a:ea typeface="Microsoft YaHei Regular" panose="020B0402040204020203" charset="-122"/>
            </a:endParaRPr>
          </a:p>
        </p:txBody>
      </p:sp>
      <p:sp>
        <p:nvSpPr>
          <p:cNvPr id="7" name="文本框 6"/>
          <p:cNvSpPr txBox="1"/>
          <p:nvPr/>
        </p:nvSpPr>
        <p:spPr>
          <a:xfrm>
            <a:off x="6962140" y="3698240"/>
            <a:ext cx="3884295" cy="368300"/>
          </a:xfrm>
          <a:prstGeom prst="rect">
            <a:avLst/>
          </a:prstGeom>
          <a:noFill/>
        </p:spPr>
        <p:txBody>
          <a:bodyPr wrap="square" rtlCol="0">
            <a:spAutoFit/>
          </a:bodyPr>
          <a:p>
            <a:r>
              <a:rPr lang="zh-CN" altLang="en-US">
                <a:latin typeface="Microsoft YaHei Regular" panose="020B0402040204020203" charset="-122"/>
                <a:ea typeface="Microsoft YaHei Regular" panose="020B0402040204020203" charset="-122"/>
              </a:rPr>
              <a:t>体验亮点介绍</a:t>
            </a:r>
            <a:endParaRPr lang="zh-CN" altLang="en-US">
              <a:latin typeface="Microsoft YaHei Regular" panose="020B0402040204020203" charset="-122"/>
              <a:ea typeface="Microsoft YaHei Regular" panose="020B0402040204020203" charset="-122"/>
            </a:endParaRPr>
          </a:p>
        </p:txBody>
      </p:sp>
      <p:sp>
        <p:nvSpPr>
          <p:cNvPr id="8" name="文本框 7"/>
          <p:cNvSpPr txBox="1"/>
          <p:nvPr/>
        </p:nvSpPr>
        <p:spPr>
          <a:xfrm>
            <a:off x="6962140" y="2145665"/>
            <a:ext cx="3460750" cy="737235"/>
          </a:xfrm>
          <a:prstGeom prst="rect">
            <a:avLst/>
          </a:prstGeom>
          <a:noFill/>
        </p:spPr>
        <p:txBody>
          <a:bodyPr wrap="square" rtlCol="0" anchor="t">
            <a:spAutoFit/>
          </a:bodyPr>
          <a:p>
            <a:r>
              <a:rPr lang="en-US" altLang="zh-CN" sz="1400">
                <a:sym typeface="+mn-ea"/>
              </a:rPr>
              <a:t>XXXXXXXXXXXXXXXXXXXXXXXXXXXXXXXXXXXXXXXXXXXXXXXXXXXXXXXXXXXXXXX</a:t>
            </a:r>
            <a:endParaRPr lang="en-US" altLang="zh-CN" sz="1400">
              <a:sym typeface="+mn-ea"/>
            </a:endParaRPr>
          </a:p>
        </p:txBody>
      </p:sp>
      <p:sp>
        <p:nvSpPr>
          <p:cNvPr id="9" name="文本框 8"/>
          <p:cNvSpPr txBox="1"/>
          <p:nvPr/>
        </p:nvSpPr>
        <p:spPr>
          <a:xfrm>
            <a:off x="6962140" y="4118610"/>
            <a:ext cx="3460750" cy="737235"/>
          </a:xfrm>
          <a:prstGeom prst="rect">
            <a:avLst/>
          </a:prstGeom>
          <a:noFill/>
        </p:spPr>
        <p:txBody>
          <a:bodyPr wrap="square" rtlCol="0" anchor="t">
            <a:spAutoFit/>
          </a:bodyPr>
          <a:p>
            <a:r>
              <a:rPr lang="en-US" altLang="zh-CN" sz="1400">
                <a:sym typeface="+mn-ea"/>
              </a:rPr>
              <a:t>XXXXXXXXXXXXXXXXXXXXXXXXXXXXXXXXXXXXXXXXXXXXXXXXXXXXXXXXXXXXXXX</a:t>
            </a:r>
            <a:endParaRPr lang="en-US" altLang="zh-CN" sz="140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2"/>
          </p:nvPr>
        </p:nvSpPr>
        <p:spPr/>
        <p:txBody>
          <a:bodyPr/>
          <a:p>
            <a:endParaRPr lang="zh-CN" altLang="en-US" sz="1400"/>
          </a:p>
        </p:txBody>
      </p:sp>
      <p:sp>
        <p:nvSpPr>
          <p:cNvPr id="3" name="文本占位符 2"/>
          <p:cNvSpPr>
            <a:spLocks noGrp="1"/>
          </p:cNvSpPr>
          <p:nvPr>
            <p:ph type="body" sz="quarter" idx="28"/>
          </p:nvPr>
        </p:nvSpPr>
        <p:spPr>
          <a:xfrm>
            <a:off x="398145" y="682625"/>
            <a:ext cx="11426825" cy="350520"/>
          </a:xfrm>
        </p:spPr>
        <p:txBody>
          <a:bodyPr/>
          <a:p>
            <a:r>
              <a:rPr lang="zh-CN" altLang="en-US" i="1">
                <a:solidFill>
                  <a:schemeClr val="accent4"/>
                </a:solidFill>
              </a:rPr>
              <a:t>编写说明：编写本次项目实际带来的价值，</a:t>
            </a:r>
            <a:r>
              <a:rPr lang="zh-CN" altLang="en-US" i="1">
                <a:solidFill>
                  <a:schemeClr val="accent4"/>
                </a:solidFill>
              </a:rPr>
              <a:t>如体验指标数值变化、效率提升、最佳实践沉淀、工单下降、订阅客户上升</a:t>
            </a:r>
            <a:r>
              <a:rPr lang="zh-CN" altLang="en-US" i="1">
                <a:solidFill>
                  <a:schemeClr val="accent4"/>
                </a:solidFill>
              </a:rPr>
              <a:t>等</a:t>
            </a:r>
            <a:endParaRPr lang="zh-CN" altLang="en-US" i="1">
              <a:solidFill>
                <a:schemeClr val="accent4"/>
              </a:solidFill>
            </a:endParaRPr>
          </a:p>
        </p:txBody>
      </p:sp>
      <p:sp>
        <p:nvSpPr>
          <p:cNvPr id="4" name="标题 3"/>
          <p:cNvSpPr>
            <a:spLocks noGrp="1"/>
          </p:cNvSpPr>
          <p:nvPr>
            <p:ph type="title"/>
          </p:nvPr>
        </p:nvSpPr>
        <p:spPr/>
        <p:txBody>
          <a:bodyPr/>
          <a:p>
            <a:r>
              <a:rPr lang="zh-CN" altLang="en-US">
                <a:sym typeface="+mn-ea"/>
              </a:rPr>
              <a:t>四、最终成效与业务</a:t>
            </a:r>
            <a:r>
              <a:rPr lang="zh-CN" altLang="en-US">
                <a:sym typeface="+mn-ea"/>
              </a:rPr>
              <a:t>价值</a:t>
            </a:r>
            <a:endParaRPr lang="zh-CN" altLang="en-US">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2"/>
          </p:nvPr>
        </p:nvSpPr>
        <p:spPr/>
        <p:txBody>
          <a:bodyPr/>
          <a:p>
            <a:endParaRPr lang="zh-CN" altLang="en-US" sz="1400"/>
          </a:p>
        </p:txBody>
      </p:sp>
      <p:sp>
        <p:nvSpPr>
          <p:cNvPr id="3" name="文本占位符 2"/>
          <p:cNvSpPr>
            <a:spLocks noGrp="1"/>
          </p:cNvSpPr>
          <p:nvPr>
            <p:ph type="body" sz="quarter" idx="28"/>
          </p:nvPr>
        </p:nvSpPr>
        <p:spPr>
          <a:xfrm>
            <a:off x="398145" y="682625"/>
            <a:ext cx="11426825" cy="285115"/>
          </a:xfrm>
        </p:spPr>
        <p:txBody>
          <a:bodyPr/>
          <a:p>
            <a:r>
              <a:rPr lang="zh-CN" altLang="en-US" i="1">
                <a:solidFill>
                  <a:schemeClr val="accent4"/>
                </a:solidFill>
              </a:rPr>
              <a:t>编写说明：编写推荐加入团队经验库的内容、对未来类似项目的</a:t>
            </a:r>
            <a:r>
              <a:rPr lang="zh-CN" altLang="en-US" i="1">
                <a:solidFill>
                  <a:schemeClr val="accent4"/>
                </a:solidFill>
              </a:rPr>
              <a:t>建议</a:t>
            </a:r>
            <a:endParaRPr lang="zh-CN" altLang="en-US" i="1">
              <a:solidFill>
                <a:schemeClr val="accent4"/>
              </a:solidFill>
            </a:endParaRPr>
          </a:p>
        </p:txBody>
      </p:sp>
      <p:sp>
        <p:nvSpPr>
          <p:cNvPr id="4" name="标题 3"/>
          <p:cNvSpPr>
            <a:spLocks noGrp="1"/>
          </p:cNvSpPr>
          <p:nvPr>
            <p:ph type="title"/>
          </p:nvPr>
        </p:nvSpPr>
        <p:spPr/>
        <p:txBody>
          <a:bodyPr/>
          <a:p>
            <a:r>
              <a:rPr lang="zh-CN" altLang="en-US">
                <a:sym typeface="+mn-ea"/>
              </a:rPr>
              <a:t>五、方法沉淀与复用</a:t>
            </a:r>
            <a:r>
              <a:rPr lang="zh-CN" altLang="en-US">
                <a:sym typeface="+mn-ea"/>
              </a:rPr>
              <a:t>建议</a:t>
            </a:r>
            <a:endParaRPr lang="zh-CN" altLang="en-US">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2" name="picture 762"/>
          <p:cNvPicPr>
            <a:picLocks noChangeAspect="1"/>
          </p:cNvPicPr>
          <p:nvPr/>
        </p:nvPicPr>
        <p:blipFill>
          <a:blip r:embed="rId1"/>
          <a:srcRect/>
          <a:stretch>
            <a:fillRect/>
          </a:stretch>
        </p:blipFill>
        <p:spPr>
          <a:xfrm rot="21600000">
            <a:off x="0" y="0"/>
            <a:ext cx="12252960" cy="6858000"/>
          </a:xfrm>
          <a:prstGeom prst="rect">
            <a:avLst/>
          </a:prstGeom>
        </p:spPr>
      </p:pic>
      <p:sp>
        <p:nvSpPr>
          <p:cNvPr id="764" name="textbox 764"/>
          <p:cNvSpPr/>
          <p:nvPr/>
        </p:nvSpPr>
        <p:spPr>
          <a:xfrm>
            <a:off x="534035" y="1004570"/>
            <a:ext cx="11222355" cy="5608320"/>
          </a:xfrm>
          <a:prstGeom prst="rect">
            <a:avLst/>
          </a:prstGeom>
          <a:noFill/>
          <a:ln w="0" cap="flat">
            <a:noFill/>
            <a:prstDash val="solid"/>
            <a:miter lim="0"/>
          </a:ln>
        </p:spPr>
        <p:txBody>
          <a:bodyPr vert="horz" wrap="square" lIns="0" tIns="0" rIns="0" bIns="0"/>
          <a:lstStyle/>
          <a:p>
            <a:pPr algn="l" rtl="0" eaLnBrk="0">
              <a:lnSpc>
                <a:spcPct val="90000"/>
              </a:lnSpc>
            </a:pPr>
            <a:endParaRPr sz="135" dirty="0">
              <a:latin typeface="Arial" panose="020B0604020202090204"/>
              <a:ea typeface="Arial" panose="020B0604020202090204"/>
              <a:cs typeface="Arial" panose="020B0604020202090204"/>
            </a:endParaRPr>
          </a:p>
          <a:p>
            <a:pPr marL="12700" algn="l" rtl="0" eaLnBrk="0">
              <a:lnSpc>
                <a:spcPct val="84000"/>
              </a:lnSpc>
            </a:pPr>
            <a:r>
              <a:rPr lang="zh-CN" sz="8000" b="1" kern="0" spc="190" dirty="0">
                <a:solidFill>
                  <a:srgbClr val="46CCFE">
                    <a:alpha val="100000"/>
                  </a:srgbClr>
                </a:solidFill>
                <a:latin typeface="Microsoft YaHei" panose="020B0402040204020203" pitchFamily="34" charset="-122"/>
                <a:ea typeface="Microsoft YaHei" panose="020B0402040204020203" pitchFamily="34" charset="-122"/>
                <a:cs typeface="Microsoft YaHei" panose="020B0402040204020203" pitchFamily="34" charset="-122"/>
              </a:rPr>
              <a:t>附录</a:t>
            </a:r>
            <a:endParaRPr sz="8000" dirty="0">
              <a:latin typeface="Microsoft YaHei" panose="020B0402040204020203" pitchFamily="34" charset="-122"/>
              <a:ea typeface="Microsoft YaHei" panose="020B0402040204020203" pitchFamily="34" charset="-122"/>
              <a:cs typeface="Microsoft YaHei" panose="020B0402040204020203" pitchFamily="34" charset="-122"/>
            </a:endParaRPr>
          </a:p>
          <a:p>
            <a:pPr algn="l" rtl="0" eaLnBrk="0">
              <a:lnSpc>
                <a:spcPct val="128000"/>
              </a:lnSpc>
            </a:pPr>
            <a:endParaRPr sz="1335" dirty="0">
              <a:latin typeface="Arial" panose="020B0604020202090204"/>
              <a:ea typeface="Arial" panose="020B0604020202090204"/>
              <a:cs typeface="Arial" panose="020B0604020202090204"/>
            </a:endParaRPr>
          </a:p>
          <a:p>
            <a:pPr algn="l" rtl="0" eaLnBrk="0">
              <a:lnSpc>
                <a:spcPct val="129000"/>
              </a:lnSpc>
            </a:pPr>
            <a:endParaRPr sz="1335" dirty="0">
              <a:latin typeface="Arial" panose="020B0604020202090204"/>
              <a:ea typeface="Arial" panose="020B0604020202090204"/>
              <a:cs typeface="Arial" panose="020B0604020202090204"/>
            </a:endParaRPr>
          </a:p>
          <a:p>
            <a:pPr marL="48260" algn="l" rtl="0" eaLnBrk="0">
              <a:lnSpc>
                <a:spcPct val="93000"/>
              </a:lnSpc>
              <a:spcBef>
                <a:spcPts val="545"/>
              </a:spcBef>
            </a:pPr>
            <a:r>
              <a:rPr lang="en-US" altLang="zh-CN" sz="24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3</a:t>
            </a:r>
            <a:r>
              <a:rPr lang="zh-CN" altLang="en-US" sz="24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种模板：</a:t>
            </a:r>
            <a:r>
              <a:rPr lang="zh-CN" sz="24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用户画像、用户体验地图、服务蓝图</a:t>
            </a:r>
            <a:endParaRPr sz="24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a:p>
            <a:pPr algn="l" rtl="0" eaLnBrk="0">
              <a:lnSpc>
                <a:spcPct val="106000"/>
              </a:lnSpc>
            </a:pPr>
            <a:endParaRPr sz="1335" dirty="0">
              <a:latin typeface="Arial" panose="020B0604020202090204"/>
              <a:ea typeface="Arial" panose="020B0604020202090204"/>
              <a:cs typeface="Arial" panose="020B0604020202090204"/>
            </a:endParaRPr>
          </a:p>
          <a:p>
            <a:pPr algn="l" rtl="0" eaLnBrk="0">
              <a:lnSpc>
                <a:spcPct val="106000"/>
              </a:lnSpc>
            </a:pPr>
            <a:endParaRPr sz="1335" dirty="0">
              <a:latin typeface="Arial" panose="020B0604020202090204"/>
              <a:ea typeface="Arial" panose="020B0604020202090204"/>
              <a:cs typeface="Arial" panose="020B0604020202090204"/>
            </a:endParaRPr>
          </a:p>
          <a:p>
            <a:pPr algn="l" rtl="0" eaLnBrk="0">
              <a:lnSpc>
                <a:spcPct val="106000"/>
              </a:lnSpc>
            </a:pPr>
            <a:endParaRPr sz="1335" dirty="0">
              <a:latin typeface="Arial" panose="020B0604020202090204"/>
              <a:ea typeface="Arial" panose="020B0604020202090204"/>
              <a:cs typeface="Arial" panose="020B0604020202090204"/>
            </a:endParaRPr>
          </a:p>
          <a:p>
            <a:pPr algn="l" rtl="0" eaLnBrk="0">
              <a:lnSpc>
                <a:spcPct val="106000"/>
              </a:lnSpc>
            </a:pPr>
            <a:endParaRPr sz="1335" dirty="0">
              <a:latin typeface="Arial" panose="020B0604020202090204"/>
              <a:ea typeface="Arial" panose="020B0604020202090204"/>
              <a:cs typeface="Arial" panose="020B0604020202090204"/>
            </a:endParaRPr>
          </a:p>
          <a:p>
            <a:pPr algn="l" rtl="0" eaLnBrk="0">
              <a:lnSpc>
                <a:spcPct val="106000"/>
              </a:lnSpc>
            </a:pPr>
            <a:endParaRPr sz="1335" dirty="0">
              <a:latin typeface="Arial" panose="020B0604020202090204"/>
              <a:ea typeface="Arial" panose="020B0604020202090204"/>
              <a:cs typeface="Arial" panose="020B0604020202090204"/>
            </a:endParaRPr>
          </a:p>
          <a:p>
            <a:pPr algn="l" rtl="0" eaLnBrk="0">
              <a:lnSpc>
                <a:spcPct val="106000"/>
              </a:lnSpc>
            </a:pPr>
            <a:endParaRPr sz="1335" dirty="0">
              <a:latin typeface="Arial" panose="020B0604020202090204"/>
              <a:ea typeface="Arial" panose="020B0604020202090204"/>
              <a:cs typeface="Arial" panose="020B0604020202090204"/>
            </a:endParaRPr>
          </a:p>
          <a:p>
            <a:pPr algn="l" rtl="0" eaLnBrk="0">
              <a:lnSpc>
                <a:spcPct val="106000"/>
              </a:lnSpc>
            </a:pPr>
            <a:endParaRPr sz="1335" dirty="0">
              <a:latin typeface="Arial" panose="020B0604020202090204"/>
              <a:ea typeface="Arial" panose="020B0604020202090204"/>
              <a:cs typeface="Arial" panose="020B0604020202090204"/>
            </a:endParaRPr>
          </a:p>
          <a:p>
            <a:pPr algn="l" rtl="0" eaLnBrk="0">
              <a:lnSpc>
                <a:spcPct val="106000"/>
              </a:lnSpc>
            </a:pPr>
            <a:endParaRPr sz="1335" dirty="0">
              <a:latin typeface="Arial" panose="020B0604020202090204"/>
              <a:ea typeface="Arial" panose="020B0604020202090204"/>
              <a:cs typeface="Arial" panose="020B0604020202090204"/>
            </a:endParaRPr>
          </a:p>
          <a:p>
            <a:pPr algn="l" rtl="0" eaLnBrk="0">
              <a:lnSpc>
                <a:spcPct val="106000"/>
              </a:lnSpc>
            </a:pPr>
            <a:endParaRPr sz="1335" dirty="0">
              <a:latin typeface="Arial" panose="020B0604020202090204"/>
              <a:ea typeface="Arial" panose="020B0604020202090204"/>
              <a:cs typeface="Arial" panose="020B0604020202090204"/>
            </a:endParaRPr>
          </a:p>
          <a:p>
            <a:pPr algn="l" rtl="0" eaLnBrk="0">
              <a:lnSpc>
                <a:spcPct val="106000"/>
              </a:lnSpc>
            </a:pPr>
            <a:endParaRPr sz="1335" dirty="0">
              <a:latin typeface="Arial" panose="020B0604020202090204"/>
              <a:ea typeface="Arial" panose="020B0604020202090204"/>
              <a:cs typeface="Arial" panose="020B0604020202090204"/>
            </a:endParaRPr>
          </a:p>
          <a:p>
            <a:pPr algn="l" rtl="0" eaLnBrk="0">
              <a:lnSpc>
                <a:spcPct val="106000"/>
              </a:lnSpc>
            </a:pPr>
            <a:endParaRPr sz="1335" dirty="0">
              <a:latin typeface="Arial" panose="020B0604020202090204"/>
              <a:ea typeface="Arial" panose="020B0604020202090204"/>
              <a:cs typeface="Arial" panose="020B0604020202090204"/>
            </a:endParaRPr>
          </a:p>
          <a:p>
            <a:pPr algn="l" rtl="0" eaLnBrk="0">
              <a:lnSpc>
                <a:spcPct val="106000"/>
              </a:lnSpc>
            </a:pPr>
            <a:endParaRPr sz="1335" dirty="0">
              <a:latin typeface="Arial" panose="020B0604020202090204"/>
              <a:ea typeface="Arial" panose="020B0604020202090204"/>
              <a:cs typeface="Arial" panose="020B0604020202090204"/>
            </a:endParaRPr>
          </a:p>
          <a:p>
            <a:pPr algn="l" rtl="0" eaLnBrk="0">
              <a:lnSpc>
                <a:spcPct val="107000"/>
              </a:lnSpc>
            </a:pPr>
            <a:endParaRPr sz="1335" dirty="0">
              <a:latin typeface="Arial" panose="020B0604020202090204"/>
              <a:ea typeface="Arial" panose="020B0604020202090204"/>
              <a:cs typeface="Arial" panose="020B0604020202090204"/>
            </a:endParaRPr>
          </a:p>
          <a:p>
            <a:pPr algn="l" rtl="0" eaLnBrk="0">
              <a:lnSpc>
                <a:spcPct val="107000"/>
              </a:lnSpc>
            </a:pPr>
            <a:endParaRPr sz="1335" dirty="0">
              <a:latin typeface="Arial" panose="020B0604020202090204"/>
              <a:ea typeface="Arial" panose="020B0604020202090204"/>
              <a:cs typeface="Arial" panose="020B0604020202090204"/>
            </a:endParaRPr>
          </a:p>
          <a:p>
            <a:pPr algn="l" rtl="0" eaLnBrk="0">
              <a:lnSpc>
                <a:spcPct val="107000"/>
              </a:lnSpc>
            </a:pPr>
            <a:endParaRPr sz="1335" dirty="0">
              <a:latin typeface="Arial" panose="020B0604020202090204"/>
              <a:ea typeface="Arial" panose="020B0604020202090204"/>
              <a:cs typeface="Arial" panose="020B0604020202090204"/>
            </a:endParaRPr>
          </a:p>
          <a:p>
            <a:pPr algn="l" rtl="0" eaLnBrk="0">
              <a:lnSpc>
                <a:spcPct val="102000"/>
              </a:lnSpc>
            </a:pPr>
            <a:endParaRPr sz="265" dirty="0">
              <a:latin typeface="Arial" panose="020B0604020202090204"/>
              <a:ea typeface="Arial" panose="020B0604020202090204"/>
              <a:cs typeface="Arial" panose="020B0604020202090204"/>
            </a:endParaRPr>
          </a:p>
          <a:p>
            <a:pPr algn="r" rtl="0" eaLnBrk="0">
              <a:lnSpc>
                <a:spcPct val="84000"/>
              </a:lnSpc>
            </a:pPr>
            <a:r>
              <a:rPr sz="1065" kern="0" spc="-20" dirty="0">
                <a:solidFill>
                  <a:srgbClr val="FFFFFF">
                    <a:alpha val="100000"/>
                  </a:srgbClr>
                </a:solidFill>
                <a:latin typeface="Microsoft YaHei" panose="020B0402040204020203" pitchFamily="34" charset="-122"/>
                <a:ea typeface="Microsoft YaHei" panose="020B0402040204020203" pitchFamily="34" charset="-122"/>
                <a:cs typeface="Microsoft YaHei" panose="020B0402040204020203" pitchFamily="34" charset="-122"/>
              </a:rPr>
              <a:t>31</a:t>
            </a:r>
            <a:endParaRPr sz="1065" dirty="0">
              <a:latin typeface="Microsoft YaHei" panose="020B0402040204020203" pitchFamily="34" charset="-122"/>
              <a:ea typeface="Microsoft YaHei" panose="020B0402040204020203" pitchFamily="34" charset="-122"/>
              <a:cs typeface="Microsoft YaHei" panose="020B0402040204020203" pitchFamily="34" charset="-122"/>
            </a:endParaRPr>
          </a:p>
        </p:txBody>
      </p:sp>
      <p:pic>
        <p:nvPicPr>
          <p:cNvPr id="766" name="picture 766"/>
          <p:cNvPicPr>
            <a:picLocks noChangeAspect="1"/>
          </p:cNvPicPr>
          <p:nvPr/>
        </p:nvPicPr>
        <p:blipFill>
          <a:blip r:embed="rId2"/>
          <a:stretch>
            <a:fillRect/>
          </a:stretch>
        </p:blipFill>
        <p:spPr>
          <a:xfrm rot="21600000">
            <a:off x="551565" y="2276025"/>
            <a:ext cx="801317" cy="879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 name="圆角矩形 11"/>
          <p:cNvSpPr/>
          <p:nvPr/>
        </p:nvSpPr>
        <p:spPr>
          <a:xfrm>
            <a:off x="316865" y="847725"/>
            <a:ext cx="5596890" cy="1511300"/>
          </a:xfrm>
          <a:prstGeom prst="roundRect">
            <a:avLst>
              <a:gd name="adj" fmla="val 2815"/>
            </a:avLst>
          </a:prstGeom>
          <a:solidFill>
            <a:srgbClr val="E7F0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标题 3"/>
          <p:cNvSpPr>
            <a:spLocks noGrp="1"/>
          </p:cNvSpPr>
          <p:nvPr>
            <p:ph type="title"/>
          </p:nvPr>
        </p:nvSpPr>
        <p:spPr/>
        <p:txBody>
          <a:bodyPr/>
          <a:p>
            <a:r>
              <a:rPr lang="zh-CN" altLang="en-US"/>
              <a:t>目标用户洞察：</a:t>
            </a:r>
            <a:r>
              <a:rPr lang="en-US" altLang="zh-CN">
                <a:solidFill>
                  <a:schemeClr val="accent1"/>
                </a:solidFill>
              </a:rPr>
              <a:t>XXX</a:t>
            </a:r>
            <a:r>
              <a:rPr lang="zh-CN" altLang="en-US">
                <a:solidFill>
                  <a:schemeClr val="accent1"/>
                </a:solidFill>
              </a:rPr>
              <a:t>用户画像</a:t>
            </a:r>
            <a:endParaRPr lang="zh-CN" altLang="en-US">
              <a:solidFill>
                <a:schemeClr val="accent1"/>
              </a:solidFill>
            </a:endParaRPr>
          </a:p>
        </p:txBody>
      </p:sp>
      <p:sp>
        <p:nvSpPr>
          <p:cNvPr id="5" name="椭圆 4"/>
          <p:cNvSpPr/>
          <p:nvPr/>
        </p:nvSpPr>
        <p:spPr>
          <a:xfrm>
            <a:off x="427990" y="951548"/>
            <a:ext cx="1303655" cy="1303655"/>
          </a:xfrm>
          <a:prstGeom prst="ellipse">
            <a:avLst/>
          </a:prstGeom>
          <a:solidFill>
            <a:schemeClr val="bg1"/>
          </a:solidFill>
          <a:ln w="3175">
            <a:solidFill>
              <a:schemeClr val="bg1">
                <a:lumMod val="85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tx1">
                    <a:lumMod val="50000"/>
                    <a:lumOff val="50000"/>
                  </a:schemeClr>
                </a:solidFill>
                <a:latin typeface="Microsoft YaHei Regular" panose="020B0402040204020203" charset="-122"/>
                <a:ea typeface="Microsoft YaHei Regular" panose="020B0402040204020203" charset="-122"/>
              </a:rPr>
              <a:t>用户</a:t>
            </a:r>
            <a:endParaRPr lang="zh-CN" altLang="en-US" sz="1600">
              <a:solidFill>
                <a:schemeClr val="tx1">
                  <a:lumMod val="50000"/>
                  <a:lumOff val="50000"/>
                </a:schemeClr>
              </a:solidFill>
              <a:latin typeface="Microsoft YaHei Regular" panose="020B0402040204020203" charset="-122"/>
              <a:ea typeface="Microsoft YaHei Regular" panose="020B0402040204020203" charset="-122"/>
            </a:endParaRPr>
          </a:p>
          <a:p>
            <a:pPr algn="ctr"/>
            <a:r>
              <a:rPr lang="zh-CN" altLang="en-US" sz="1600">
                <a:solidFill>
                  <a:schemeClr val="tx1">
                    <a:lumMod val="50000"/>
                    <a:lumOff val="50000"/>
                  </a:schemeClr>
                </a:solidFill>
                <a:latin typeface="Microsoft YaHei Regular" panose="020B0402040204020203" charset="-122"/>
                <a:ea typeface="Microsoft YaHei Regular" panose="020B0402040204020203" charset="-122"/>
              </a:rPr>
              <a:t>照片</a:t>
            </a:r>
            <a:endParaRPr lang="zh-CN" altLang="en-US" sz="1600">
              <a:solidFill>
                <a:schemeClr val="tx1">
                  <a:lumMod val="50000"/>
                  <a:lumOff val="50000"/>
                </a:schemeClr>
              </a:solidFill>
              <a:latin typeface="Microsoft YaHei Regular" panose="020B0402040204020203" charset="-122"/>
              <a:ea typeface="Microsoft YaHei Regular" panose="020B0402040204020203" charset="-122"/>
            </a:endParaRPr>
          </a:p>
        </p:txBody>
      </p:sp>
      <p:sp>
        <p:nvSpPr>
          <p:cNvPr id="10" name="内容占位符 1"/>
          <p:cNvSpPr>
            <a:spLocks noGrp="1"/>
          </p:cNvSpPr>
          <p:nvPr/>
        </p:nvSpPr>
        <p:spPr>
          <a:xfrm>
            <a:off x="1797685" y="938530"/>
            <a:ext cx="3710940" cy="469265"/>
          </a:xfrm>
          <a:prstGeom prst="rect">
            <a:avLst/>
          </a:prstGeom>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b="1">
                <a:latin typeface="Microsoft YaHei Bold" panose="020B0402040204020203" charset="-122"/>
                <a:ea typeface="Microsoft YaHei Bold" panose="020B0402040204020203" charset="-122"/>
              </a:rPr>
              <a:t>用户画像名称</a:t>
            </a:r>
            <a:endParaRPr lang="zh-CN" altLang="en-US" b="1">
              <a:latin typeface="Microsoft YaHei Bold" panose="020B0402040204020203" charset="-122"/>
              <a:ea typeface="Microsoft YaHei Bold" panose="020B0402040204020203" charset="-122"/>
            </a:endParaRPr>
          </a:p>
        </p:txBody>
      </p:sp>
      <p:sp>
        <p:nvSpPr>
          <p:cNvPr id="6" name="内容占位符 1"/>
          <p:cNvSpPr>
            <a:spLocks noGrp="1"/>
          </p:cNvSpPr>
          <p:nvPr/>
        </p:nvSpPr>
        <p:spPr>
          <a:xfrm>
            <a:off x="1828165" y="1349375"/>
            <a:ext cx="3932555" cy="394970"/>
          </a:xfrm>
          <a:prstGeom prst="rect">
            <a:avLst/>
          </a:prstGeom>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sz="1000">
                <a:solidFill>
                  <a:schemeClr val="tx1"/>
                </a:solidFill>
              </a:rPr>
              <a:t>企业信息</a:t>
            </a:r>
            <a:r>
              <a:rPr lang="en-US" altLang="zh-CN" sz="1000">
                <a:solidFill>
                  <a:schemeClr val="tx1"/>
                </a:solidFill>
              </a:rPr>
              <a:t> | </a:t>
            </a:r>
            <a:r>
              <a:rPr lang="zh-CN" altLang="en-US" sz="1000">
                <a:solidFill>
                  <a:schemeClr val="tx1"/>
                </a:solidFill>
              </a:rPr>
              <a:t>岗位信息</a:t>
            </a:r>
            <a:endParaRPr lang="zh-CN" altLang="en-US" sz="1000">
              <a:solidFill>
                <a:schemeClr val="tx1"/>
              </a:solidFill>
            </a:endParaRPr>
          </a:p>
        </p:txBody>
      </p:sp>
      <p:sp>
        <p:nvSpPr>
          <p:cNvPr id="7" name="圆角矩形 6"/>
          <p:cNvSpPr/>
          <p:nvPr/>
        </p:nvSpPr>
        <p:spPr>
          <a:xfrm>
            <a:off x="6056630" y="847725"/>
            <a:ext cx="5856605" cy="3150870"/>
          </a:xfrm>
          <a:prstGeom prst="roundRect">
            <a:avLst>
              <a:gd name="adj" fmla="val 2048"/>
            </a:avLst>
          </a:prstGeom>
          <a:solidFill>
            <a:srgbClr val="E7F0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 </a:t>
            </a:r>
            <a:endParaRPr lang="en-US" altLang="zh-CN"/>
          </a:p>
        </p:txBody>
      </p:sp>
      <p:sp>
        <p:nvSpPr>
          <p:cNvPr id="8" name="圆角矩形 7"/>
          <p:cNvSpPr/>
          <p:nvPr/>
        </p:nvSpPr>
        <p:spPr>
          <a:xfrm>
            <a:off x="316865" y="3362325"/>
            <a:ext cx="5596890" cy="3215005"/>
          </a:xfrm>
          <a:prstGeom prst="roundRect">
            <a:avLst>
              <a:gd name="adj" fmla="val 1650"/>
            </a:avLst>
          </a:prstGeom>
          <a:solidFill>
            <a:srgbClr val="E7F0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285750" indent="-285750" algn="ctr">
              <a:buFont typeface="Arial" panose="020B0604020202090204" pitchFamily="34" charset="0"/>
              <a:buChar char="•"/>
            </a:pPr>
            <a:endParaRPr lang="zh-CN" altLang="en-US"/>
          </a:p>
        </p:txBody>
      </p:sp>
      <p:sp>
        <p:nvSpPr>
          <p:cNvPr id="9" name="圆角矩形 8"/>
          <p:cNvSpPr/>
          <p:nvPr/>
        </p:nvSpPr>
        <p:spPr>
          <a:xfrm>
            <a:off x="6056630" y="4101465"/>
            <a:ext cx="5856605" cy="2475230"/>
          </a:xfrm>
          <a:prstGeom prst="roundRect">
            <a:avLst>
              <a:gd name="adj" fmla="val 2757"/>
            </a:avLst>
          </a:prstGeom>
          <a:solidFill>
            <a:srgbClr val="E7F0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圆角矩形 10"/>
          <p:cNvSpPr/>
          <p:nvPr/>
        </p:nvSpPr>
        <p:spPr>
          <a:xfrm>
            <a:off x="316865" y="2456180"/>
            <a:ext cx="5596890" cy="800100"/>
          </a:xfrm>
          <a:prstGeom prst="roundRect">
            <a:avLst>
              <a:gd name="adj" fmla="val 5079"/>
            </a:avLst>
          </a:prstGeom>
          <a:solidFill>
            <a:srgbClr val="E7F0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内容占位符 1"/>
          <p:cNvSpPr>
            <a:spLocks noGrp="1"/>
          </p:cNvSpPr>
          <p:nvPr/>
        </p:nvSpPr>
        <p:spPr>
          <a:xfrm>
            <a:off x="406400" y="2626360"/>
            <a:ext cx="5379085" cy="468630"/>
          </a:xfrm>
          <a:prstGeom prst="rect">
            <a:avLst/>
          </a:prstGeom>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r>
              <a:rPr lang="en-US" sz="1200" i="1">
                <a:solidFill>
                  <a:schemeClr val="tx1"/>
                </a:solidFill>
                <a:latin typeface="Microsoft YaHei" panose="020B0402040204020203" pitchFamily="34" charset="-122"/>
                <a:ea typeface="Microsoft YaHei" panose="020B0402040204020203" pitchFamily="34" charset="-122"/>
                <a:cs typeface="Microsoft YaHei" panose="020B0402040204020203" pitchFamily="34" charset="-122"/>
              </a:rPr>
              <a:t>“</a:t>
            </a:r>
            <a:r>
              <a:rPr lang="zh-CN" altLang="en-US" sz="1200" i="1">
                <a:solidFill>
                  <a:schemeClr val="tx1"/>
                </a:solidFill>
                <a:latin typeface="Microsoft YaHei" panose="020B0402040204020203" pitchFamily="34" charset="-122"/>
                <a:ea typeface="Microsoft YaHei" panose="020B0402040204020203" pitchFamily="34" charset="-122"/>
                <a:cs typeface="Microsoft YaHei" panose="020B0402040204020203" pitchFamily="34" charset="-122"/>
              </a:rPr>
              <a:t>一句话核心诉求描述</a:t>
            </a:r>
            <a:r>
              <a:rPr lang="en-US" sz="1200" i="1">
                <a:solidFill>
                  <a:schemeClr val="tx1"/>
                </a:solidFill>
                <a:latin typeface="Microsoft YaHei" panose="020B0402040204020203" pitchFamily="34" charset="-122"/>
                <a:ea typeface="Microsoft YaHei" panose="020B0402040204020203" pitchFamily="34" charset="-122"/>
                <a:cs typeface="Microsoft YaHei" panose="020B0402040204020203" pitchFamily="34" charset="-122"/>
              </a:rPr>
              <a:t>”</a:t>
            </a:r>
            <a:endParaRPr lang="en-US" sz="1200" i="1">
              <a:solidFill>
                <a:schemeClr val="tx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7" name="圆角矩形 16"/>
          <p:cNvSpPr/>
          <p:nvPr/>
        </p:nvSpPr>
        <p:spPr>
          <a:xfrm>
            <a:off x="1893570" y="1784350"/>
            <a:ext cx="1712595" cy="264160"/>
          </a:xfrm>
          <a:prstGeom prst="roundRect">
            <a:avLst/>
          </a:prstGeom>
          <a:solidFill>
            <a:schemeClr val="bg1"/>
          </a:solidFill>
          <a:ln w="9525">
            <a:solidFill>
              <a:schemeClr val="tx1">
                <a:lumMod val="50000"/>
                <a:lumOff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tx1"/>
                </a:solidFill>
                <a:latin typeface="Microsoft YaHei Regular" panose="020B0402040204020203" charset="-122"/>
                <a:ea typeface="Microsoft YaHei Regular" panose="020B0402040204020203" charset="-122"/>
              </a:rPr>
              <a:t>普通用户</a:t>
            </a:r>
            <a:r>
              <a:rPr lang="en-US" altLang="zh-CN" sz="900">
                <a:solidFill>
                  <a:schemeClr val="tx1"/>
                </a:solidFill>
                <a:latin typeface="Microsoft YaHei Regular" panose="020B0402040204020203" charset="-122"/>
                <a:ea typeface="Microsoft YaHei Regular" panose="020B0402040204020203" charset="-122"/>
              </a:rPr>
              <a:t>/</a:t>
            </a:r>
            <a:r>
              <a:rPr lang="zh-CN" altLang="en-US" sz="900">
                <a:solidFill>
                  <a:schemeClr val="tx1"/>
                </a:solidFill>
                <a:latin typeface="Microsoft YaHei Regular" panose="020B0402040204020203" charset="-122"/>
                <a:ea typeface="Microsoft YaHei Regular" panose="020B0402040204020203" charset="-122"/>
              </a:rPr>
              <a:t>管理员</a:t>
            </a:r>
            <a:r>
              <a:rPr lang="en-US" altLang="zh-CN" sz="900">
                <a:solidFill>
                  <a:schemeClr val="tx1"/>
                </a:solidFill>
                <a:latin typeface="Microsoft YaHei Regular" panose="020B0402040204020203" charset="-122"/>
                <a:ea typeface="Microsoft YaHei Regular" panose="020B0402040204020203" charset="-122"/>
              </a:rPr>
              <a:t>/</a:t>
            </a:r>
            <a:r>
              <a:rPr lang="zh-CN" altLang="en-US" sz="900">
                <a:solidFill>
                  <a:schemeClr val="tx1"/>
                </a:solidFill>
                <a:latin typeface="Microsoft YaHei Regular" panose="020B0402040204020203" charset="-122"/>
                <a:ea typeface="Microsoft YaHei Regular" panose="020B0402040204020203" charset="-122"/>
              </a:rPr>
              <a:t>开发者</a:t>
            </a:r>
            <a:r>
              <a:rPr lang="en-US" altLang="zh-CN" sz="900">
                <a:solidFill>
                  <a:schemeClr val="tx1"/>
                </a:solidFill>
                <a:latin typeface="Microsoft YaHei Regular" panose="020B0402040204020203" charset="-122"/>
                <a:ea typeface="Microsoft YaHei Regular" panose="020B0402040204020203" charset="-122"/>
              </a:rPr>
              <a:t> </a:t>
            </a:r>
            <a:r>
              <a:rPr lang="zh-CN" altLang="en-US" sz="900">
                <a:solidFill>
                  <a:schemeClr val="tx1"/>
                </a:solidFill>
                <a:latin typeface="Microsoft YaHei Regular" panose="020B0402040204020203" charset="-122"/>
                <a:ea typeface="Microsoft YaHei Regular" panose="020B0402040204020203" charset="-122"/>
              </a:rPr>
              <a:t>用户</a:t>
            </a:r>
            <a:endParaRPr lang="zh-CN" altLang="en-US" sz="900">
              <a:solidFill>
                <a:schemeClr val="tx1"/>
              </a:solidFill>
              <a:latin typeface="Microsoft YaHei Regular" panose="020B0402040204020203" charset="-122"/>
              <a:ea typeface="Microsoft YaHei Regular" panose="020B0402040204020203" charset="-122"/>
            </a:endParaRPr>
          </a:p>
        </p:txBody>
      </p:sp>
      <p:sp>
        <p:nvSpPr>
          <p:cNvPr id="20" name="圆角矩形 19"/>
          <p:cNvSpPr/>
          <p:nvPr/>
        </p:nvSpPr>
        <p:spPr>
          <a:xfrm>
            <a:off x="3658870" y="1784350"/>
            <a:ext cx="909955" cy="264160"/>
          </a:xfrm>
          <a:prstGeom prst="roundRect">
            <a:avLst/>
          </a:prstGeom>
          <a:solidFill>
            <a:schemeClr val="bg1"/>
          </a:solidFill>
          <a:ln w="9525">
            <a:solidFill>
              <a:schemeClr val="tx1">
                <a:lumMod val="50000"/>
                <a:lumOff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tx1"/>
                </a:solidFill>
                <a:latin typeface="Microsoft YaHei Regular" panose="020B0402040204020203" charset="-122"/>
                <a:ea typeface="Microsoft YaHei Regular" panose="020B0402040204020203" charset="-122"/>
              </a:rPr>
              <a:t>其他关键</a:t>
            </a:r>
            <a:r>
              <a:rPr lang="zh-CN" altLang="en-US" sz="900">
                <a:solidFill>
                  <a:schemeClr val="tx1"/>
                </a:solidFill>
                <a:latin typeface="Microsoft YaHei Regular" panose="020B0402040204020203" charset="-122"/>
                <a:ea typeface="Microsoft YaHei Regular" panose="020B0402040204020203" charset="-122"/>
              </a:rPr>
              <a:t>特征</a:t>
            </a:r>
            <a:endParaRPr lang="zh-CN" altLang="en-US" sz="900">
              <a:solidFill>
                <a:schemeClr val="tx1"/>
              </a:solidFill>
              <a:latin typeface="Microsoft YaHei Regular" panose="020B0402040204020203" charset="-122"/>
              <a:ea typeface="Microsoft YaHei Regular" panose="020B0402040204020203" charset="-122"/>
            </a:endParaRPr>
          </a:p>
        </p:txBody>
      </p:sp>
      <p:sp>
        <p:nvSpPr>
          <p:cNvPr id="21" name="圆角矩形 20"/>
          <p:cNvSpPr/>
          <p:nvPr/>
        </p:nvSpPr>
        <p:spPr>
          <a:xfrm>
            <a:off x="4621530" y="1784350"/>
            <a:ext cx="909955" cy="264160"/>
          </a:xfrm>
          <a:prstGeom prst="roundRect">
            <a:avLst/>
          </a:prstGeom>
          <a:solidFill>
            <a:schemeClr val="bg1"/>
          </a:solidFill>
          <a:ln w="9525">
            <a:solidFill>
              <a:schemeClr val="tx1">
                <a:lumMod val="50000"/>
                <a:lumOff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tx1"/>
                </a:solidFill>
                <a:latin typeface="Microsoft YaHei Regular" panose="020B0402040204020203" charset="-122"/>
                <a:ea typeface="Microsoft YaHei Regular" panose="020B0402040204020203" charset="-122"/>
              </a:rPr>
              <a:t>其他关键</a:t>
            </a:r>
            <a:r>
              <a:rPr lang="zh-CN" altLang="en-US" sz="900">
                <a:solidFill>
                  <a:schemeClr val="tx1"/>
                </a:solidFill>
                <a:latin typeface="Microsoft YaHei Regular" panose="020B0402040204020203" charset="-122"/>
                <a:ea typeface="Microsoft YaHei Regular" panose="020B0402040204020203" charset="-122"/>
              </a:rPr>
              <a:t>特征</a:t>
            </a:r>
            <a:endParaRPr lang="zh-CN" altLang="en-US" sz="900">
              <a:solidFill>
                <a:schemeClr val="tx1"/>
              </a:solidFill>
              <a:latin typeface="Microsoft YaHei Regular" panose="020B0402040204020203" charset="-122"/>
              <a:ea typeface="Microsoft YaHei Regular" panose="020B0402040204020203" charset="-122"/>
            </a:endParaRPr>
          </a:p>
        </p:txBody>
      </p:sp>
      <p:sp>
        <p:nvSpPr>
          <p:cNvPr id="22" name="内容占位符 1"/>
          <p:cNvSpPr>
            <a:spLocks noGrp="1"/>
          </p:cNvSpPr>
          <p:nvPr/>
        </p:nvSpPr>
        <p:spPr>
          <a:xfrm>
            <a:off x="427990" y="3771265"/>
            <a:ext cx="5379085" cy="2464435"/>
          </a:xfrm>
          <a:prstGeom prst="rect">
            <a:avLst/>
          </a:prstGeom>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64465" indent="-164465" algn="l" defTabSz="914400">
              <a:buFont typeface="Arial" panose="020B0604020202090204" pitchFamily="34" charset="0"/>
              <a:buChar char="•"/>
              <a:tabLst>
                <a:tab pos="179070" algn="l"/>
              </a:tabLst>
            </a:pPr>
            <a:r>
              <a:rPr lang="zh-CN" altLang="en-US" sz="1200" b="1">
                <a:solidFill>
                  <a:schemeClr val="tx1"/>
                </a:solidFill>
                <a:latin typeface="Microsoft YaHei Bold" panose="020B0402040204020203" charset="-122"/>
                <a:ea typeface="Microsoft YaHei Bold" panose="020B0402040204020203" charset="-122"/>
              </a:rPr>
              <a:t>工作内容关键词</a:t>
            </a:r>
            <a:r>
              <a:rPr lang="zh-CN" altLang="en-US" sz="1200">
                <a:solidFill>
                  <a:schemeClr val="tx1"/>
                </a:solidFill>
              </a:rPr>
              <a:t>：结合业务场景简述其工作内容</a:t>
            </a:r>
            <a:r>
              <a:rPr lang="en-US" altLang="zh-CN" sz="1200">
                <a:solidFill>
                  <a:schemeClr val="tx1"/>
                </a:solidFill>
              </a:rPr>
              <a:t>......</a:t>
            </a:r>
            <a:endParaRPr lang="en-US" altLang="zh-CN" sz="1200">
              <a:solidFill>
                <a:schemeClr val="tx1"/>
              </a:solidFill>
            </a:endParaRPr>
          </a:p>
        </p:txBody>
      </p:sp>
      <p:sp>
        <p:nvSpPr>
          <p:cNvPr id="24" name="内容占位符 1"/>
          <p:cNvSpPr>
            <a:spLocks noGrp="1"/>
          </p:cNvSpPr>
          <p:nvPr/>
        </p:nvSpPr>
        <p:spPr>
          <a:xfrm>
            <a:off x="6148705" y="1242695"/>
            <a:ext cx="2391410" cy="394970"/>
          </a:xfrm>
          <a:prstGeom prst="rect">
            <a:avLst/>
          </a:prstGeom>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defTabSz="914400">
              <a:buFont typeface="Arial" panose="020B0604020202090204" pitchFamily="34" charset="0"/>
              <a:tabLst>
                <a:tab pos="179070" algn="l"/>
              </a:tabLst>
            </a:pPr>
            <a:r>
              <a:rPr lang="zh-CN" altLang="en-US" sz="1400" b="1">
                <a:solidFill>
                  <a:schemeClr val="tx1"/>
                </a:solidFill>
                <a:latin typeface="Microsoft YaHei Bold" panose="020B0402040204020203" charset="-122"/>
                <a:ea typeface="Microsoft YaHei Bold" panose="020B0402040204020203" charset="-122"/>
              </a:rPr>
              <a:t>痛点</a:t>
            </a:r>
            <a:endParaRPr lang="zh-CN" altLang="en-US" sz="1400">
              <a:solidFill>
                <a:schemeClr val="tx1"/>
              </a:solidFill>
            </a:endParaRPr>
          </a:p>
        </p:txBody>
      </p:sp>
      <p:sp>
        <p:nvSpPr>
          <p:cNvPr id="25" name="内容占位符 1"/>
          <p:cNvSpPr>
            <a:spLocks noGrp="1"/>
          </p:cNvSpPr>
          <p:nvPr/>
        </p:nvSpPr>
        <p:spPr>
          <a:xfrm>
            <a:off x="9111615" y="1242695"/>
            <a:ext cx="2391410" cy="394970"/>
          </a:xfrm>
          <a:prstGeom prst="rect">
            <a:avLst/>
          </a:prstGeom>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defTabSz="914400">
              <a:buFont typeface="Arial" panose="020B0604020202090204" pitchFamily="34" charset="0"/>
              <a:tabLst>
                <a:tab pos="179070" algn="l"/>
              </a:tabLst>
            </a:pPr>
            <a:r>
              <a:rPr lang="zh-CN" altLang="en-US" sz="1400" b="1">
                <a:solidFill>
                  <a:schemeClr val="tx1"/>
                </a:solidFill>
                <a:latin typeface="Microsoft YaHei Bold" panose="020B0402040204020203" charset="-122"/>
                <a:ea typeface="Microsoft YaHei Bold" panose="020B0402040204020203" charset="-122"/>
              </a:rPr>
              <a:t>机会点</a:t>
            </a:r>
            <a:endParaRPr lang="zh-CN" altLang="en-US" sz="1400" b="1">
              <a:solidFill>
                <a:schemeClr val="tx1"/>
              </a:solidFill>
              <a:latin typeface="Microsoft YaHei Bold" panose="020B0402040204020203" charset="-122"/>
              <a:ea typeface="Microsoft YaHei Bold" panose="020B0402040204020203" charset="-122"/>
            </a:endParaRPr>
          </a:p>
        </p:txBody>
      </p:sp>
      <p:cxnSp>
        <p:nvCxnSpPr>
          <p:cNvPr id="26" name="直接连接符 25"/>
          <p:cNvCxnSpPr/>
          <p:nvPr/>
        </p:nvCxnSpPr>
        <p:spPr>
          <a:xfrm>
            <a:off x="8985250" y="1349375"/>
            <a:ext cx="0" cy="2528570"/>
          </a:xfrm>
          <a:prstGeom prst="line">
            <a:avLst/>
          </a:prstGeom>
          <a:ln>
            <a:solidFill>
              <a:schemeClr val="bg1">
                <a:lumMod val="75000"/>
              </a:schemeClr>
            </a:solidFill>
            <a:prstDash val="sysDash"/>
          </a:ln>
        </p:spPr>
        <p:style>
          <a:lnRef idx="2">
            <a:schemeClr val="accent1"/>
          </a:lnRef>
          <a:fillRef idx="0">
            <a:srgbClr val="FFFFFF"/>
          </a:fillRef>
          <a:effectRef idx="0">
            <a:srgbClr val="FFFFFF"/>
          </a:effectRef>
          <a:fontRef idx="minor">
            <a:schemeClr val="tx1"/>
          </a:fontRef>
        </p:style>
      </p:cxnSp>
      <p:grpSp>
        <p:nvGrpSpPr>
          <p:cNvPr id="32" name="组合 31"/>
          <p:cNvGrpSpPr/>
          <p:nvPr/>
        </p:nvGrpSpPr>
        <p:grpSpPr>
          <a:xfrm>
            <a:off x="8603298" y="5419090"/>
            <a:ext cx="799465" cy="816610"/>
            <a:chOff x="13418" y="8534"/>
            <a:chExt cx="1259" cy="1286"/>
          </a:xfrm>
        </p:grpSpPr>
        <p:sp>
          <p:nvSpPr>
            <p:cNvPr id="30" name="椭圆 29"/>
            <p:cNvSpPr/>
            <p:nvPr/>
          </p:nvSpPr>
          <p:spPr>
            <a:xfrm>
              <a:off x="13460" y="8534"/>
              <a:ext cx="1118" cy="1118"/>
            </a:xfrm>
            <a:prstGeom prst="ellipse">
              <a:avLst/>
            </a:prstGeom>
            <a:solidFill>
              <a:schemeClr val="bg1"/>
            </a:solidFill>
            <a:ln w="3175">
              <a:solidFill>
                <a:schemeClr val="bg1">
                  <a:lumMod val="85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1">
                      <a:lumMod val="50000"/>
                      <a:lumOff val="50000"/>
                    </a:schemeClr>
                  </a:solidFill>
                  <a:latin typeface="Microsoft YaHei Regular" panose="020B0402040204020203" charset="-122"/>
                  <a:ea typeface="Microsoft YaHei Regular" panose="020B0402040204020203" charset="-122"/>
                </a:rPr>
                <a:t>用户</a:t>
              </a:r>
              <a:endParaRPr lang="zh-CN" altLang="en-US" sz="1200">
                <a:solidFill>
                  <a:schemeClr val="tx1">
                    <a:lumMod val="50000"/>
                    <a:lumOff val="50000"/>
                  </a:schemeClr>
                </a:solidFill>
                <a:latin typeface="Microsoft YaHei Regular" panose="020B0402040204020203" charset="-122"/>
                <a:ea typeface="Microsoft YaHei Regular" panose="020B0402040204020203" charset="-122"/>
              </a:endParaRPr>
            </a:p>
            <a:p>
              <a:pPr algn="ctr"/>
              <a:r>
                <a:rPr lang="zh-CN" altLang="en-US" sz="1200">
                  <a:solidFill>
                    <a:schemeClr val="tx1">
                      <a:lumMod val="50000"/>
                      <a:lumOff val="50000"/>
                    </a:schemeClr>
                  </a:solidFill>
                  <a:latin typeface="Microsoft YaHei Regular" panose="020B0402040204020203" charset="-122"/>
                  <a:ea typeface="Microsoft YaHei Regular" panose="020B0402040204020203" charset="-122"/>
                </a:rPr>
                <a:t>照片</a:t>
              </a:r>
              <a:endParaRPr lang="zh-CN" altLang="en-US" sz="1200">
                <a:solidFill>
                  <a:schemeClr val="tx1">
                    <a:lumMod val="50000"/>
                    <a:lumOff val="50000"/>
                  </a:schemeClr>
                </a:solidFill>
                <a:latin typeface="Microsoft YaHei Regular" panose="020B0402040204020203" charset="-122"/>
                <a:ea typeface="Microsoft YaHei Regular" panose="020B0402040204020203" charset="-122"/>
              </a:endParaRPr>
            </a:p>
          </p:txBody>
        </p:sp>
        <p:sp>
          <p:nvSpPr>
            <p:cNvPr id="31" name="圆角矩形 30"/>
            <p:cNvSpPr/>
            <p:nvPr/>
          </p:nvSpPr>
          <p:spPr>
            <a:xfrm>
              <a:off x="13418" y="9404"/>
              <a:ext cx="1259" cy="416"/>
            </a:xfrm>
            <a:prstGeom prst="roundRect">
              <a:avLst/>
            </a:prstGeom>
            <a:solidFill>
              <a:schemeClr val="bg1"/>
            </a:solidFill>
            <a:ln w="9525">
              <a:solidFill>
                <a:schemeClr val="tx1">
                  <a:lumMod val="50000"/>
                  <a:lumOff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Microsoft YaHei Regular" panose="020B0402040204020203" charset="-122"/>
                  <a:ea typeface="Microsoft YaHei Regular" panose="020B0402040204020203" charset="-122"/>
                </a:rPr>
                <a:t>用户名称</a:t>
              </a:r>
              <a:endParaRPr lang="zh-CN" altLang="en-US" sz="1000">
                <a:solidFill>
                  <a:schemeClr val="tx1"/>
                </a:solidFill>
                <a:latin typeface="Microsoft YaHei Regular" panose="020B0402040204020203" charset="-122"/>
                <a:ea typeface="Microsoft YaHei Regular" panose="020B0402040204020203" charset="-122"/>
              </a:endParaRPr>
            </a:p>
          </p:txBody>
        </p:sp>
      </p:grpSp>
      <p:sp>
        <p:nvSpPr>
          <p:cNvPr id="33" name="圆角矩形 32"/>
          <p:cNvSpPr/>
          <p:nvPr/>
        </p:nvSpPr>
        <p:spPr>
          <a:xfrm>
            <a:off x="10619740" y="5791200"/>
            <a:ext cx="1043940" cy="264160"/>
          </a:xfrm>
          <a:prstGeom prst="roundRect">
            <a:avLst/>
          </a:prstGeom>
          <a:solidFill>
            <a:schemeClr val="bg1"/>
          </a:solidFill>
          <a:ln w="9525">
            <a:solidFill>
              <a:schemeClr val="tx1">
                <a:lumMod val="50000"/>
                <a:lumOff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Microsoft YaHei Regular" panose="020B0402040204020203" charset="-122"/>
                <a:ea typeface="Microsoft YaHei Regular" panose="020B0402040204020203" charset="-122"/>
              </a:rPr>
              <a:t>关键用户</a:t>
            </a:r>
            <a:r>
              <a:rPr lang="zh-CN" altLang="en-US" sz="1000">
                <a:solidFill>
                  <a:schemeClr val="tx1"/>
                </a:solidFill>
                <a:latin typeface="Microsoft YaHei Regular" panose="020B0402040204020203" charset="-122"/>
                <a:ea typeface="Microsoft YaHei Regular" panose="020B0402040204020203" charset="-122"/>
              </a:rPr>
              <a:t>名称</a:t>
            </a:r>
            <a:endParaRPr lang="zh-CN" altLang="en-US" sz="1000">
              <a:solidFill>
                <a:schemeClr val="tx1"/>
              </a:solidFill>
              <a:latin typeface="Microsoft YaHei Regular" panose="020B0402040204020203" charset="-122"/>
              <a:ea typeface="Microsoft YaHei Regular" panose="020B0402040204020203" charset="-122"/>
            </a:endParaRPr>
          </a:p>
        </p:txBody>
      </p:sp>
      <p:sp>
        <p:nvSpPr>
          <p:cNvPr id="34" name="圆角矩形 33"/>
          <p:cNvSpPr/>
          <p:nvPr/>
        </p:nvSpPr>
        <p:spPr>
          <a:xfrm>
            <a:off x="9678035" y="4606290"/>
            <a:ext cx="977900" cy="264160"/>
          </a:xfrm>
          <a:prstGeom prst="roundRect">
            <a:avLst/>
          </a:prstGeom>
          <a:solidFill>
            <a:schemeClr val="bg1"/>
          </a:solidFill>
          <a:ln w="9525">
            <a:solidFill>
              <a:schemeClr val="tx1">
                <a:lumMod val="50000"/>
                <a:lumOff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Microsoft YaHei Regular" panose="020B0402040204020203" charset="-122"/>
                <a:ea typeface="Microsoft YaHei Regular" panose="020B0402040204020203" charset="-122"/>
              </a:rPr>
              <a:t>关键</a:t>
            </a:r>
            <a:r>
              <a:rPr lang="zh-CN" altLang="en-US" sz="1000">
                <a:solidFill>
                  <a:schemeClr val="tx1"/>
                </a:solidFill>
                <a:latin typeface="Microsoft YaHei Regular" panose="020B0402040204020203" charset="-122"/>
                <a:ea typeface="Microsoft YaHei Regular" panose="020B0402040204020203" charset="-122"/>
              </a:rPr>
              <a:t>角色名称</a:t>
            </a:r>
            <a:endParaRPr lang="zh-CN" altLang="en-US" sz="1000">
              <a:solidFill>
                <a:schemeClr val="tx1"/>
              </a:solidFill>
              <a:latin typeface="Microsoft YaHei Regular" panose="020B0402040204020203" charset="-122"/>
              <a:ea typeface="Microsoft YaHei Regular" panose="020B0402040204020203" charset="-122"/>
            </a:endParaRPr>
          </a:p>
        </p:txBody>
      </p:sp>
      <p:sp>
        <p:nvSpPr>
          <p:cNvPr id="35" name="圆角矩形 34"/>
          <p:cNvSpPr/>
          <p:nvPr/>
        </p:nvSpPr>
        <p:spPr>
          <a:xfrm>
            <a:off x="7555230" y="4606290"/>
            <a:ext cx="978535" cy="264160"/>
          </a:xfrm>
          <a:prstGeom prst="roundRect">
            <a:avLst/>
          </a:prstGeom>
          <a:solidFill>
            <a:schemeClr val="bg1"/>
          </a:solidFill>
          <a:ln w="9525">
            <a:solidFill>
              <a:schemeClr val="tx1">
                <a:lumMod val="50000"/>
                <a:lumOff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Microsoft YaHei Regular" panose="020B0402040204020203" charset="-122"/>
                <a:ea typeface="Microsoft YaHei Regular" panose="020B0402040204020203" charset="-122"/>
              </a:rPr>
              <a:t>关键用户</a:t>
            </a:r>
            <a:r>
              <a:rPr lang="zh-CN" altLang="en-US" sz="1000">
                <a:solidFill>
                  <a:schemeClr val="tx1"/>
                </a:solidFill>
                <a:latin typeface="Microsoft YaHei Regular" panose="020B0402040204020203" charset="-122"/>
                <a:ea typeface="Microsoft YaHei Regular" panose="020B0402040204020203" charset="-122"/>
              </a:rPr>
              <a:t>名称</a:t>
            </a:r>
            <a:endParaRPr lang="zh-CN" altLang="en-US" sz="1000">
              <a:solidFill>
                <a:schemeClr val="tx1"/>
              </a:solidFill>
              <a:latin typeface="Microsoft YaHei Regular" panose="020B0402040204020203" charset="-122"/>
              <a:ea typeface="Microsoft YaHei Regular" panose="020B0402040204020203" charset="-122"/>
            </a:endParaRPr>
          </a:p>
        </p:txBody>
      </p:sp>
      <p:sp>
        <p:nvSpPr>
          <p:cNvPr id="36" name="圆角矩形 35"/>
          <p:cNvSpPr/>
          <p:nvPr/>
        </p:nvSpPr>
        <p:spPr>
          <a:xfrm>
            <a:off x="6329045" y="5791200"/>
            <a:ext cx="977900" cy="264160"/>
          </a:xfrm>
          <a:prstGeom prst="roundRect">
            <a:avLst/>
          </a:prstGeom>
          <a:solidFill>
            <a:schemeClr val="bg1"/>
          </a:solidFill>
          <a:ln w="9525">
            <a:solidFill>
              <a:schemeClr val="tx1">
                <a:lumMod val="50000"/>
                <a:lumOff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Microsoft YaHei Regular" panose="020B0402040204020203" charset="-122"/>
                <a:ea typeface="Microsoft YaHei Regular" panose="020B0402040204020203" charset="-122"/>
              </a:rPr>
              <a:t>关键用户</a:t>
            </a:r>
            <a:r>
              <a:rPr lang="zh-CN" altLang="en-US" sz="1000">
                <a:solidFill>
                  <a:schemeClr val="tx1"/>
                </a:solidFill>
                <a:latin typeface="Microsoft YaHei Regular" panose="020B0402040204020203" charset="-122"/>
                <a:ea typeface="Microsoft YaHei Regular" panose="020B0402040204020203" charset="-122"/>
              </a:rPr>
              <a:t>名称</a:t>
            </a:r>
            <a:endParaRPr lang="zh-CN" altLang="en-US" sz="1000">
              <a:solidFill>
                <a:schemeClr val="tx1"/>
              </a:solidFill>
              <a:latin typeface="Microsoft YaHei Regular" panose="020B0402040204020203" charset="-122"/>
              <a:ea typeface="Microsoft YaHei Regular" panose="020B0402040204020203" charset="-122"/>
            </a:endParaRPr>
          </a:p>
        </p:txBody>
      </p:sp>
      <p:cxnSp>
        <p:nvCxnSpPr>
          <p:cNvPr id="37" name="直接箭头连接符 36"/>
          <p:cNvCxnSpPr>
            <a:endCxn id="33" idx="1"/>
          </p:cNvCxnSpPr>
          <p:nvPr/>
        </p:nvCxnSpPr>
        <p:spPr>
          <a:xfrm>
            <a:off x="9339580" y="5923280"/>
            <a:ext cx="1280160" cy="0"/>
          </a:xfrm>
          <a:prstGeom prst="straightConnector1">
            <a:avLst/>
          </a:prstGeom>
          <a:ln>
            <a:solidFill>
              <a:schemeClr val="bg1">
                <a:lumMod val="75000"/>
              </a:schemeClr>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38" name="直接箭头连接符 37"/>
          <p:cNvCxnSpPr>
            <a:stCxn id="30" idx="6"/>
            <a:endCxn id="34" idx="2"/>
          </p:cNvCxnSpPr>
          <p:nvPr/>
        </p:nvCxnSpPr>
        <p:spPr>
          <a:xfrm flipV="1">
            <a:off x="9339580" y="4870450"/>
            <a:ext cx="827405" cy="903605"/>
          </a:xfrm>
          <a:prstGeom prst="straightConnector1">
            <a:avLst/>
          </a:prstGeom>
          <a:ln>
            <a:solidFill>
              <a:schemeClr val="bg1">
                <a:lumMod val="75000"/>
              </a:schemeClr>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39" name="直接箭头连接符 38"/>
          <p:cNvCxnSpPr>
            <a:stCxn id="30" idx="2"/>
            <a:endCxn id="35" idx="2"/>
          </p:cNvCxnSpPr>
          <p:nvPr/>
        </p:nvCxnSpPr>
        <p:spPr>
          <a:xfrm flipH="1" flipV="1">
            <a:off x="8044815" y="4870450"/>
            <a:ext cx="584835" cy="903605"/>
          </a:xfrm>
          <a:prstGeom prst="straightConnector1">
            <a:avLst/>
          </a:prstGeom>
          <a:ln>
            <a:solidFill>
              <a:schemeClr val="bg1">
                <a:lumMod val="75000"/>
              </a:schemeClr>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40" name="直接箭头连接符 39"/>
          <p:cNvCxnSpPr>
            <a:endCxn id="36" idx="3"/>
          </p:cNvCxnSpPr>
          <p:nvPr/>
        </p:nvCxnSpPr>
        <p:spPr>
          <a:xfrm flipH="1">
            <a:off x="7306945" y="5923280"/>
            <a:ext cx="1323340" cy="0"/>
          </a:xfrm>
          <a:prstGeom prst="straightConnector1">
            <a:avLst/>
          </a:prstGeom>
          <a:ln>
            <a:solidFill>
              <a:schemeClr val="bg1">
                <a:lumMod val="75000"/>
              </a:schemeClr>
            </a:solidFill>
            <a:prstDash val="sysDash"/>
            <a:tailEnd type="arrow"/>
          </a:ln>
        </p:spPr>
        <p:style>
          <a:lnRef idx="2">
            <a:schemeClr val="accent1"/>
          </a:lnRef>
          <a:fillRef idx="0">
            <a:srgbClr val="FFFFFF"/>
          </a:fillRef>
          <a:effectRef idx="0">
            <a:srgbClr val="FFFFFF"/>
          </a:effectRef>
          <a:fontRef idx="minor">
            <a:schemeClr val="tx1"/>
          </a:fontRef>
        </p:style>
      </p:cxnSp>
      <p:sp>
        <p:nvSpPr>
          <p:cNvPr id="42" name="内容占位符 1"/>
          <p:cNvSpPr>
            <a:spLocks noGrp="1"/>
          </p:cNvSpPr>
          <p:nvPr/>
        </p:nvSpPr>
        <p:spPr>
          <a:xfrm>
            <a:off x="6149340" y="1629410"/>
            <a:ext cx="2709545" cy="2279650"/>
          </a:xfrm>
          <a:prstGeom prst="rect">
            <a:avLst/>
          </a:prstGeom>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64465" indent="-164465" algn="l" defTabSz="914400">
              <a:buFont typeface="Arial" panose="020B0604020202090204" pitchFamily="34" charset="0"/>
              <a:buChar char="•"/>
              <a:tabLst>
                <a:tab pos="179070" algn="l"/>
              </a:tabLst>
            </a:pPr>
            <a:r>
              <a:rPr lang="zh-CN" altLang="en-US" sz="1200">
                <a:solidFill>
                  <a:schemeClr val="tx1"/>
                </a:solidFill>
              </a:rPr>
              <a:t>痛点描述</a:t>
            </a:r>
            <a:r>
              <a:rPr lang="en-US" altLang="zh-CN" sz="1200">
                <a:solidFill>
                  <a:schemeClr val="tx1"/>
                </a:solidFill>
              </a:rPr>
              <a:t>......</a:t>
            </a:r>
            <a:endParaRPr lang="en-US" altLang="zh-CN" sz="1200">
              <a:solidFill>
                <a:schemeClr val="tx1"/>
              </a:solidFill>
            </a:endParaRPr>
          </a:p>
        </p:txBody>
      </p:sp>
      <p:sp>
        <p:nvSpPr>
          <p:cNvPr id="43" name="内容占位符 1"/>
          <p:cNvSpPr>
            <a:spLocks noGrp="1"/>
          </p:cNvSpPr>
          <p:nvPr/>
        </p:nvSpPr>
        <p:spPr>
          <a:xfrm>
            <a:off x="9111615" y="1638935"/>
            <a:ext cx="2709545" cy="2270125"/>
          </a:xfrm>
          <a:prstGeom prst="rect">
            <a:avLst/>
          </a:prstGeom>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64465" indent="-164465" algn="l" defTabSz="914400">
              <a:buFont typeface="Arial" panose="020B0604020202090204" pitchFamily="34" charset="0"/>
              <a:buChar char="•"/>
              <a:tabLst>
                <a:tab pos="179070" algn="l"/>
              </a:tabLst>
            </a:pPr>
            <a:r>
              <a:rPr lang="zh-CN" altLang="en-US" sz="1200">
                <a:solidFill>
                  <a:schemeClr val="tx1"/>
                </a:solidFill>
              </a:rPr>
              <a:t>对应的</a:t>
            </a:r>
            <a:r>
              <a:rPr lang="zh-CN" altLang="en-US" sz="1200">
                <a:solidFill>
                  <a:schemeClr val="tx1"/>
                </a:solidFill>
              </a:rPr>
              <a:t>机会点描述</a:t>
            </a:r>
            <a:r>
              <a:rPr lang="en-US" altLang="zh-CN" sz="1200">
                <a:solidFill>
                  <a:schemeClr val="tx1"/>
                </a:solidFill>
              </a:rPr>
              <a:t>......</a:t>
            </a:r>
            <a:endParaRPr lang="en-US" altLang="zh-CN" sz="1200">
              <a:solidFill>
                <a:schemeClr val="tx1"/>
              </a:solidFill>
            </a:endParaRPr>
          </a:p>
        </p:txBody>
      </p:sp>
      <p:sp>
        <p:nvSpPr>
          <p:cNvPr id="45" name="圆角矩形 44"/>
          <p:cNvSpPr/>
          <p:nvPr/>
        </p:nvSpPr>
        <p:spPr>
          <a:xfrm>
            <a:off x="316865" y="3364230"/>
            <a:ext cx="1981200" cy="318770"/>
          </a:xfrm>
          <a:prstGeom prst="roundRect">
            <a:avLst>
              <a:gd name="adj" fmla="val 5079"/>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Microsoft YaHei Bold" panose="020B0402040204020203" charset="-122"/>
                <a:ea typeface="Microsoft YaHei Bold" panose="020B0402040204020203" charset="-122"/>
                <a:sym typeface="+mn-ea"/>
              </a:rPr>
              <a:t>业务场景与工作内容</a:t>
            </a:r>
            <a:endParaRPr lang="zh-CN" altLang="en-US" sz="1400" b="1">
              <a:latin typeface="Microsoft YaHei Bold" panose="020B0402040204020203" charset="-122"/>
              <a:ea typeface="Microsoft YaHei Bold" panose="020B0402040204020203" charset="-122"/>
            </a:endParaRPr>
          </a:p>
        </p:txBody>
      </p:sp>
      <p:sp>
        <p:nvSpPr>
          <p:cNvPr id="46" name="圆角矩形 45"/>
          <p:cNvSpPr/>
          <p:nvPr/>
        </p:nvSpPr>
        <p:spPr>
          <a:xfrm>
            <a:off x="6063615" y="4101465"/>
            <a:ext cx="1938655" cy="318770"/>
          </a:xfrm>
          <a:prstGeom prst="roundRect">
            <a:avLst>
              <a:gd name="adj" fmla="val 5079"/>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Microsoft YaHei Bold" panose="020B0402040204020203" charset="-122"/>
                <a:ea typeface="Microsoft YaHei Bold" panose="020B0402040204020203" charset="-122"/>
              </a:rPr>
              <a:t>关键协同关系与</a:t>
            </a:r>
            <a:r>
              <a:rPr lang="zh-CN" altLang="en-US" sz="1400" b="1">
                <a:latin typeface="Microsoft YaHei Bold" panose="020B0402040204020203" charset="-122"/>
                <a:ea typeface="Microsoft YaHei Bold" panose="020B0402040204020203" charset="-122"/>
              </a:rPr>
              <a:t>工具</a:t>
            </a:r>
            <a:endParaRPr lang="zh-CN" altLang="en-US" sz="1400" b="1">
              <a:latin typeface="Microsoft YaHei Bold" panose="020B0402040204020203" charset="-122"/>
              <a:ea typeface="Microsoft YaHei Bold" panose="020B0402040204020203" charset="-122"/>
            </a:endParaRPr>
          </a:p>
        </p:txBody>
      </p:sp>
      <p:sp>
        <p:nvSpPr>
          <p:cNvPr id="47" name="圆角矩形 46"/>
          <p:cNvSpPr/>
          <p:nvPr/>
        </p:nvSpPr>
        <p:spPr>
          <a:xfrm>
            <a:off x="6063615" y="847725"/>
            <a:ext cx="1758950" cy="318770"/>
          </a:xfrm>
          <a:prstGeom prst="roundRect">
            <a:avLst>
              <a:gd name="adj" fmla="val 5079"/>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Microsoft YaHei Bold" panose="020B0402040204020203" charset="-122"/>
                <a:ea typeface="Microsoft YaHei Bold" panose="020B0402040204020203" charset="-122"/>
                <a:sym typeface="+mn-ea"/>
              </a:rPr>
              <a:t>痛点与机会点</a:t>
            </a:r>
            <a:r>
              <a:rPr lang="zh-CN" altLang="en-US" sz="1400" b="1">
                <a:latin typeface="Microsoft YaHei Bold" panose="020B0402040204020203" charset="-122"/>
                <a:ea typeface="Microsoft YaHei Bold" panose="020B0402040204020203" charset="-122"/>
                <a:sym typeface="+mn-ea"/>
              </a:rPr>
              <a:t>分析</a:t>
            </a:r>
            <a:endParaRPr lang="zh-CN" altLang="en-US" sz="1400" b="1">
              <a:latin typeface="Microsoft YaHei Bold" panose="020B0402040204020203" charset="-122"/>
              <a:ea typeface="Microsoft YaHei Bold" panose="020B0402040204020203" charset="-122"/>
              <a:sym typeface="+mn-ea"/>
            </a:endParaRPr>
          </a:p>
        </p:txBody>
      </p:sp>
      <p:sp>
        <p:nvSpPr>
          <p:cNvPr id="48" name="内容占位符 1"/>
          <p:cNvSpPr>
            <a:spLocks noGrp="1"/>
          </p:cNvSpPr>
          <p:nvPr/>
        </p:nvSpPr>
        <p:spPr>
          <a:xfrm>
            <a:off x="7706995" y="5087620"/>
            <a:ext cx="1278255" cy="264795"/>
          </a:xfrm>
          <a:prstGeom prst="rect">
            <a:avLst/>
          </a:prstGeom>
          <a:solidFill>
            <a:srgbClr val="E7F0FD"/>
          </a:solidFill>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defTabSz="914400">
              <a:tabLst>
                <a:tab pos="179070" algn="l"/>
              </a:tabLst>
            </a:pPr>
            <a:r>
              <a:rPr lang="zh-CN" altLang="en-US" sz="800">
                <a:solidFill>
                  <a:schemeClr val="tx1"/>
                </a:solidFill>
              </a:rPr>
              <a:t>关键的协同工具名称</a:t>
            </a:r>
            <a:endParaRPr lang="zh-CN" altLang="en-US" sz="800">
              <a:solidFill>
                <a:schemeClr val="tx1"/>
              </a:solidFill>
            </a:endParaRPr>
          </a:p>
        </p:txBody>
      </p:sp>
      <p:sp>
        <p:nvSpPr>
          <p:cNvPr id="49" name="内容占位符 1"/>
          <p:cNvSpPr>
            <a:spLocks noGrp="1"/>
          </p:cNvSpPr>
          <p:nvPr/>
        </p:nvSpPr>
        <p:spPr>
          <a:xfrm>
            <a:off x="9221470" y="5154930"/>
            <a:ext cx="1323975" cy="264160"/>
          </a:xfrm>
          <a:prstGeom prst="rect">
            <a:avLst/>
          </a:prstGeom>
          <a:solidFill>
            <a:srgbClr val="E7F0FD"/>
          </a:solidFill>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defTabSz="914400">
              <a:tabLst>
                <a:tab pos="179070" algn="l"/>
              </a:tabLst>
            </a:pPr>
            <a:r>
              <a:rPr lang="zh-CN" altLang="en-US" sz="800">
                <a:solidFill>
                  <a:schemeClr val="tx1"/>
                </a:solidFill>
              </a:rPr>
              <a:t>关键的协同工具名称</a:t>
            </a:r>
            <a:endParaRPr lang="zh-CN" altLang="en-US" sz="800">
              <a:solidFill>
                <a:schemeClr val="tx1"/>
              </a:solidFill>
            </a:endParaRPr>
          </a:p>
        </p:txBody>
      </p:sp>
      <p:sp>
        <p:nvSpPr>
          <p:cNvPr id="50" name="内容占位符 1"/>
          <p:cNvSpPr>
            <a:spLocks noGrp="1"/>
          </p:cNvSpPr>
          <p:nvPr/>
        </p:nvSpPr>
        <p:spPr>
          <a:xfrm>
            <a:off x="7630795" y="5718810"/>
            <a:ext cx="755015" cy="468630"/>
          </a:xfrm>
          <a:prstGeom prst="rect">
            <a:avLst/>
          </a:prstGeom>
          <a:solidFill>
            <a:srgbClr val="E7F0FD"/>
          </a:solidFill>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defTabSz="914400">
              <a:tabLst>
                <a:tab pos="179070" algn="l"/>
              </a:tabLst>
            </a:pPr>
            <a:r>
              <a:rPr lang="zh-CN" altLang="en-US" sz="800">
                <a:solidFill>
                  <a:schemeClr val="tx1"/>
                </a:solidFill>
              </a:rPr>
              <a:t>关键的协同工具名称</a:t>
            </a:r>
            <a:endParaRPr lang="zh-CN" altLang="en-US" sz="800">
              <a:solidFill>
                <a:schemeClr val="tx1"/>
              </a:solidFill>
            </a:endParaRPr>
          </a:p>
        </p:txBody>
      </p:sp>
      <p:sp>
        <p:nvSpPr>
          <p:cNvPr id="51" name="内容占位符 1"/>
          <p:cNvSpPr>
            <a:spLocks noGrp="1"/>
          </p:cNvSpPr>
          <p:nvPr/>
        </p:nvSpPr>
        <p:spPr>
          <a:xfrm>
            <a:off x="9584055" y="5660390"/>
            <a:ext cx="788035" cy="468630"/>
          </a:xfrm>
          <a:prstGeom prst="rect">
            <a:avLst/>
          </a:prstGeom>
          <a:solidFill>
            <a:srgbClr val="E7F0FD"/>
          </a:solidFill>
        </p:spPr>
        <p:txBody>
          <a:bodyPr lIns="90000">
            <a:noAutofit/>
          </a:bodyPr>
          <a:lstStyle>
            <a:lvl1pPr marL="0" indent="0" algn="l" defTabSz="914400" rtl="0" eaLnBrk="1" latinLnBrk="0" hangingPunct="1">
              <a:lnSpc>
                <a:spcPct val="130000"/>
              </a:lnSpc>
              <a:spcBef>
                <a:spcPts val="0"/>
              </a:spcBef>
              <a:buFont typeface="Arial" panose="020B0604020202090204" pitchFamily="34" charset="0"/>
              <a:buNone/>
              <a:defRPr sz="1800" b="0" i="0" kern="1200" baseline="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1pPr>
            <a:lvl2pPr marL="231140" indent="-15938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2pPr>
            <a:lvl3pPr marL="490855" indent="-20574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3pPr>
            <a:lvl4pPr marL="711200" indent="-165100"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4pPr>
            <a:lvl5pPr marL="973455" indent="-213995" algn="l" defTabSz="914400" rtl="0" eaLnBrk="1" latinLnBrk="0" hangingPunct="1">
              <a:lnSpc>
                <a:spcPct val="150000"/>
              </a:lnSpc>
              <a:spcBef>
                <a:spcPts val="500"/>
              </a:spcBef>
              <a:buFont typeface="Arial" panose="020B0604020202090204" pitchFamily="34" charset="0"/>
              <a:buChar char="•"/>
              <a:defRPr sz="1800" b="0" i="0" kern="1200">
                <a:solidFill>
                  <a:schemeClr val="tx1">
                    <a:lumMod val="85000"/>
                    <a:lumOff val="15000"/>
                  </a:schemeClr>
                </a:solidFill>
                <a:latin typeface="微软雅黑" panose="020B0402040204020203" charset="-122"/>
                <a:ea typeface="微软雅黑" panose="020B0402040204020203" charset="-122"/>
                <a:cs typeface="微软雅黑" panose="020B0402040204020203"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defTabSz="914400">
              <a:tabLst>
                <a:tab pos="179070" algn="l"/>
              </a:tabLst>
            </a:pPr>
            <a:r>
              <a:rPr lang="zh-CN" altLang="en-US" sz="800">
                <a:solidFill>
                  <a:schemeClr val="tx1"/>
                </a:solidFill>
              </a:rPr>
              <a:t>关键的协同工具名称</a:t>
            </a:r>
            <a:endParaRPr lang="zh-CN" altLang="en-US" sz="80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 name="标题 3"/>
          <p:cNvSpPr>
            <a:spLocks noGrp="1"/>
          </p:cNvSpPr>
          <p:nvPr>
            <p:ph type="title"/>
          </p:nvPr>
        </p:nvSpPr>
        <p:spPr/>
        <p:txBody>
          <a:bodyPr/>
          <a:p>
            <a:r>
              <a:rPr lang="zh-CN" altLang="en-US">
                <a:solidFill>
                  <a:schemeClr val="tx1"/>
                </a:solidFill>
              </a:rPr>
              <a:t>目标用户洞察：</a:t>
            </a:r>
            <a:r>
              <a:rPr lang="zh-CN" altLang="en-US">
                <a:solidFill>
                  <a:schemeClr val="accent1"/>
                </a:solidFill>
              </a:rPr>
              <a:t>用户画像名称的体验旅程图</a:t>
            </a:r>
            <a:endParaRPr lang="zh-CN" altLang="en-US">
              <a:solidFill>
                <a:schemeClr val="accent1"/>
              </a:solidFill>
            </a:endParaRPr>
          </a:p>
        </p:txBody>
      </p:sp>
      <p:sp>
        <p:nvSpPr>
          <p:cNvPr id="19" name="圆角矩形 18"/>
          <p:cNvSpPr/>
          <p:nvPr/>
        </p:nvSpPr>
        <p:spPr>
          <a:xfrm>
            <a:off x="414020" y="1089025"/>
            <a:ext cx="1281430" cy="467995"/>
          </a:xfrm>
          <a:prstGeom prst="roundRect">
            <a:avLst>
              <a:gd name="adj" fmla="val 743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行为</a:t>
            </a:r>
            <a:r>
              <a:rPr kumimoji="1" lang="zh-CN" altLang="en-US"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endParaRPr kumimoji="1" lang="zh-CN" altLang="en-US"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23" name="圆角矩形 22"/>
          <p:cNvSpPr/>
          <p:nvPr/>
        </p:nvSpPr>
        <p:spPr>
          <a:xfrm>
            <a:off x="414020" y="1654175"/>
            <a:ext cx="1281430" cy="939165"/>
          </a:xfrm>
          <a:prstGeom prst="roundRect">
            <a:avLst>
              <a:gd name="adj" fmla="val 7437"/>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用户行为</a:t>
            </a:r>
            <a:endParaRPr kumimoji="1" lang="zh-CN" altLang="en-US">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41" name="圆角矩形 40"/>
          <p:cNvSpPr/>
          <p:nvPr/>
        </p:nvSpPr>
        <p:spPr>
          <a:xfrm>
            <a:off x="414020" y="2700020"/>
            <a:ext cx="1281430" cy="647700"/>
          </a:xfrm>
          <a:prstGeom prst="roundRect">
            <a:avLst>
              <a:gd name="adj" fmla="val 7437"/>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用户目标</a:t>
            </a:r>
            <a:endParaRPr kumimoji="1" lang="zh-CN" altLang="en-US">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44" name="圆角矩形 43"/>
          <p:cNvSpPr/>
          <p:nvPr/>
        </p:nvSpPr>
        <p:spPr>
          <a:xfrm>
            <a:off x="414020" y="4438015"/>
            <a:ext cx="1281430" cy="856615"/>
          </a:xfrm>
          <a:prstGeom prst="roundRect">
            <a:avLst>
              <a:gd name="adj" fmla="val 7437"/>
            </a:avLst>
          </a:prstGeom>
          <a:solidFill>
            <a:srgbClr val="F2A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痛点</a:t>
            </a:r>
            <a:endParaRPr kumimoji="1" lang="zh-CN" altLang="en-US"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52" name="圆角矩形 51"/>
          <p:cNvSpPr/>
          <p:nvPr/>
        </p:nvSpPr>
        <p:spPr>
          <a:xfrm>
            <a:off x="414020" y="5404485"/>
            <a:ext cx="1281430" cy="856615"/>
          </a:xfrm>
          <a:prstGeom prst="roundRect">
            <a:avLst>
              <a:gd name="adj" fmla="val 7437"/>
            </a:avLst>
          </a:prstGeom>
          <a:solidFill>
            <a:srgbClr val="8ED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机会点</a:t>
            </a:r>
            <a:endParaRPr kumimoji="1" lang="zh-CN" altLang="en-US"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53" name="圆角矩形 52"/>
          <p:cNvSpPr/>
          <p:nvPr/>
        </p:nvSpPr>
        <p:spPr>
          <a:xfrm>
            <a:off x="414020" y="3468370"/>
            <a:ext cx="1281430" cy="857250"/>
          </a:xfrm>
          <a:prstGeom prst="roundRect">
            <a:avLst>
              <a:gd name="adj" fmla="val 7437"/>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情绪变化</a:t>
            </a:r>
            <a:endParaRPr kumimoji="1" lang="zh-CN" altLang="en-US"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54" name="圆角矩形 53"/>
          <p:cNvSpPr/>
          <p:nvPr/>
        </p:nvSpPr>
        <p:spPr>
          <a:xfrm>
            <a:off x="1955800" y="1089025"/>
            <a:ext cx="1914525" cy="467995"/>
          </a:xfrm>
          <a:prstGeom prst="roundRect">
            <a:avLst>
              <a:gd name="adj" fmla="val 7437"/>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1</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55" name="圆角矩形 54"/>
          <p:cNvSpPr/>
          <p:nvPr/>
        </p:nvSpPr>
        <p:spPr>
          <a:xfrm>
            <a:off x="3940175" y="1089025"/>
            <a:ext cx="1914525" cy="467995"/>
          </a:xfrm>
          <a:prstGeom prst="roundRect">
            <a:avLst>
              <a:gd name="adj" fmla="val 7437"/>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2</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56" name="圆角矩形 55"/>
          <p:cNvSpPr/>
          <p:nvPr/>
        </p:nvSpPr>
        <p:spPr>
          <a:xfrm>
            <a:off x="5924550" y="1089025"/>
            <a:ext cx="1914525" cy="467995"/>
          </a:xfrm>
          <a:prstGeom prst="roundRect">
            <a:avLst>
              <a:gd name="adj" fmla="val 7437"/>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3</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57" name="圆角矩形 56"/>
          <p:cNvSpPr/>
          <p:nvPr/>
        </p:nvSpPr>
        <p:spPr>
          <a:xfrm>
            <a:off x="7908925" y="1089025"/>
            <a:ext cx="1914525" cy="467995"/>
          </a:xfrm>
          <a:prstGeom prst="roundRect">
            <a:avLst>
              <a:gd name="adj" fmla="val 7437"/>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4</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58" name="圆角矩形 57"/>
          <p:cNvSpPr/>
          <p:nvPr/>
        </p:nvSpPr>
        <p:spPr>
          <a:xfrm>
            <a:off x="9893300" y="1089025"/>
            <a:ext cx="1914525" cy="467995"/>
          </a:xfrm>
          <a:prstGeom prst="roundRect">
            <a:avLst>
              <a:gd name="adj" fmla="val 7437"/>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5</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59" name="圆角矩形 58"/>
          <p:cNvSpPr/>
          <p:nvPr/>
        </p:nvSpPr>
        <p:spPr>
          <a:xfrm>
            <a:off x="1955800" y="1654175"/>
            <a:ext cx="1913890" cy="939165"/>
          </a:xfrm>
          <a:prstGeom prst="roundRect">
            <a:avLst>
              <a:gd name="adj" fmla="val 6626"/>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indent="0" algn="l" defTabSz="914400" fontAlgn="auto">
              <a:lnSpc>
                <a:spcPct val="120000"/>
              </a:lnSpc>
              <a:buFont typeface="+mj-ea"/>
              <a:buNone/>
              <a:tabLst>
                <a:tab pos="89535" algn="l"/>
              </a:tabLst>
            </a:pP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1</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的行为</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简述</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60" name="圆角矩形 59"/>
          <p:cNvSpPr/>
          <p:nvPr/>
        </p:nvSpPr>
        <p:spPr>
          <a:xfrm>
            <a:off x="3940175" y="1654175"/>
            <a:ext cx="1913890" cy="939165"/>
          </a:xfrm>
          <a:prstGeom prst="roundRect">
            <a:avLst>
              <a:gd name="adj" fmla="val 6626"/>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indent="0" algn="l" defTabSz="914400" fontAlgn="auto">
              <a:lnSpc>
                <a:spcPct val="120000"/>
              </a:lnSpc>
              <a:buFont typeface="+mj-ea"/>
              <a:buNone/>
              <a:tabLst>
                <a:tab pos="89535" algn="l"/>
              </a:tabLst>
            </a:pP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2</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的行为简述</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61" name="圆角矩形 60"/>
          <p:cNvSpPr/>
          <p:nvPr/>
        </p:nvSpPr>
        <p:spPr>
          <a:xfrm>
            <a:off x="7908925" y="1654175"/>
            <a:ext cx="1913890" cy="939165"/>
          </a:xfrm>
          <a:prstGeom prst="roundRect">
            <a:avLst>
              <a:gd name="adj" fmla="val 6626"/>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indent="0" algn="l" defTabSz="914400" fontAlgn="auto">
              <a:lnSpc>
                <a:spcPct val="120000"/>
              </a:lnSpc>
              <a:buFont typeface="+mj-ea"/>
              <a:buNone/>
              <a:tabLst>
                <a:tab pos="89535" algn="l"/>
              </a:tabLst>
            </a:pP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3</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的行为</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简述</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62" name="圆角矩形 61"/>
          <p:cNvSpPr/>
          <p:nvPr/>
        </p:nvSpPr>
        <p:spPr>
          <a:xfrm>
            <a:off x="5924550" y="1654175"/>
            <a:ext cx="1913890" cy="939165"/>
          </a:xfrm>
          <a:prstGeom prst="roundRect">
            <a:avLst>
              <a:gd name="adj" fmla="val 6626"/>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indent="0" algn="l" defTabSz="914400" fontAlgn="auto">
              <a:lnSpc>
                <a:spcPct val="120000"/>
              </a:lnSpc>
              <a:buFont typeface="+mj-ea"/>
              <a:buNone/>
              <a:tabLst>
                <a:tab pos="89535" algn="l"/>
              </a:tabLst>
            </a:pP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3</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的行为简述</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63" name="圆角矩形 62"/>
          <p:cNvSpPr/>
          <p:nvPr/>
        </p:nvSpPr>
        <p:spPr>
          <a:xfrm>
            <a:off x="9893300" y="1654175"/>
            <a:ext cx="1913890" cy="939165"/>
          </a:xfrm>
          <a:prstGeom prst="roundRect">
            <a:avLst>
              <a:gd name="adj" fmla="val 6626"/>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indent="0" algn="l" defTabSz="914400" fontAlgn="auto">
              <a:lnSpc>
                <a:spcPct val="120000"/>
              </a:lnSpc>
              <a:buFont typeface="+mj-ea"/>
              <a:buNone/>
              <a:tabLst>
                <a:tab pos="89535" algn="l"/>
              </a:tabLst>
            </a:pP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4</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的行为</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简述</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64" name="圆角矩形 63"/>
          <p:cNvSpPr/>
          <p:nvPr/>
        </p:nvSpPr>
        <p:spPr>
          <a:xfrm>
            <a:off x="1955800" y="2700020"/>
            <a:ext cx="1905635" cy="647700"/>
          </a:xfrm>
          <a:prstGeom prst="roundRect">
            <a:avLst>
              <a:gd name="adj" fmla="val 7437"/>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1</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的用户目标</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简述</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69" name="圆角矩形 68"/>
          <p:cNvSpPr/>
          <p:nvPr/>
        </p:nvSpPr>
        <p:spPr>
          <a:xfrm>
            <a:off x="3942080" y="2700020"/>
            <a:ext cx="1905635" cy="647700"/>
          </a:xfrm>
          <a:prstGeom prst="roundRect">
            <a:avLst>
              <a:gd name="adj" fmla="val 7437"/>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2</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的用户目标</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简述</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70" name="圆角矩形 69"/>
          <p:cNvSpPr/>
          <p:nvPr/>
        </p:nvSpPr>
        <p:spPr>
          <a:xfrm>
            <a:off x="5928360" y="2700020"/>
            <a:ext cx="1905635" cy="647700"/>
          </a:xfrm>
          <a:prstGeom prst="roundRect">
            <a:avLst>
              <a:gd name="adj" fmla="val 7437"/>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3</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的用户目标</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简述</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71" name="圆角矩形 70"/>
          <p:cNvSpPr/>
          <p:nvPr/>
        </p:nvSpPr>
        <p:spPr>
          <a:xfrm>
            <a:off x="7914640" y="2700020"/>
            <a:ext cx="1905635" cy="647700"/>
          </a:xfrm>
          <a:prstGeom prst="roundRect">
            <a:avLst>
              <a:gd name="adj" fmla="val 7437"/>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4</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的用户目标</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简述</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72" name="圆角矩形 71"/>
          <p:cNvSpPr/>
          <p:nvPr/>
        </p:nvSpPr>
        <p:spPr>
          <a:xfrm>
            <a:off x="9900920" y="2700020"/>
            <a:ext cx="1905635" cy="647700"/>
          </a:xfrm>
          <a:prstGeom prst="roundRect">
            <a:avLst>
              <a:gd name="adj" fmla="val 7437"/>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5</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的用户目标</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简述</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78" name="文本框 77"/>
          <p:cNvSpPr txBox="1"/>
          <p:nvPr/>
        </p:nvSpPr>
        <p:spPr>
          <a:xfrm>
            <a:off x="1667510" y="3613150"/>
            <a:ext cx="488950" cy="215265"/>
          </a:xfrm>
          <a:prstGeom prst="rect">
            <a:avLst/>
          </a:prstGeom>
          <a:noFill/>
        </p:spPr>
        <p:txBody>
          <a:bodyPr wrap="square" rtlCol="0">
            <a:spAutoFit/>
          </a:bodyPr>
          <a:p>
            <a:r>
              <a:rPr kumimoji="1" lang="zh-CN" altLang="en-US" sz="800" dirty="0" smtClean="0">
                <a:solidFill>
                  <a:schemeClr val="tx1">
                    <a:lumMod val="50000"/>
                    <a:lumOff val="50000"/>
                  </a:schemeClr>
                </a:solidFill>
                <a:latin typeface="Microsoft YaHei" panose="020B0402040204020203" pitchFamily="34" charset="-122"/>
                <a:ea typeface="Microsoft YaHei" panose="020B0402040204020203" pitchFamily="34" charset="-122"/>
                <a:cs typeface="Microsoft YaHei" panose="020B0402040204020203" pitchFamily="34" charset="-122"/>
              </a:rPr>
              <a:t>不错</a:t>
            </a:r>
            <a:endParaRPr kumimoji="1" lang="zh-CN" altLang="en-US" sz="800" dirty="0">
              <a:solidFill>
                <a:schemeClr val="tx1">
                  <a:lumMod val="50000"/>
                  <a:lumOff val="50000"/>
                </a:schemeClr>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79" name="文本框 78"/>
          <p:cNvSpPr txBox="1"/>
          <p:nvPr/>
        </p:nvSpPr>
        <p:spPr>
          <a:xfrm>
            <a:off x="1667510" y="3796665"/>
            <a:ext cx="488950" cy="215265"/>
          </a:xfrm>
          <a:prstGeom prst="rect">
            <a:avLst/>
          </a:prstGeom>
          <a:noFill/>
        </p:spPr>
        <p:txBody>
          <a:bodyPr wrap="square" rtlCol="0">
            <a:spAutoFit/>
          </a:bodyPr>
          <a:p>
            <a:r>
              <a:rPr kumimoji="1" lang="zh-CN" altLang="en-US" sz="800" dirty="0" smtClean="0">
                <a:solidFill>
                  <a:schemeClr val="tx1">
                    <a:lumMod val="50000"/>
                    <a:lumOff val="50000"/>
                  </a:schemeClr>
                </a:solidFill>
                <a:latin typeface="Microsoft YaHei" panose="020B0402040204020203" pitchFamily="34" charset="-122"/>
                <a:ea typeface="Microsoft YaHei" panose="020B0402040204020203" pitchFamily="34" charset="-122"/>
                <a:cs typeface="Microsoft YaHei" panose="020B0402040204020203" pitchFamily="34" charset="-122"/>
              </a:rPr>
              <a:t>一般</a:t>
            </a:r>
            <a:endParaRPr kumimoji="1" lang="zh-CN" altLang="en-US" sz="800" dirty="0">
              <a:solidFill>
                <a:schemeClr val="tx1">
                  <a:lumMod val="50000"/>
                  <a:lumOff val="50000"/>
                </a:schemeClr>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80" name="文本框 79"/>
          <p:cNvSpPr txBox="1"/>
          <p:nvPr/>
        </p:nvSpPr>
        <p:spPr>
          <a:xfrm>
            <a:off x="1667510" y="3980180"/>
            <a:ext cx="488950" cy="215265"/>
          </a:xfrm>
          <a:prstGeom prst="rect">
            <a:avLst/>
          </a:prstGeom>
          <a:noFill/>
        </p:spPr>
        <p:txBody>
          <a:bodyPr wrap="square" rtlCol="0">
            <a:spAutoFit/>
          </a:bodyPr>
          <a:p>
            <a:r>
              <a:rPr kumimoji="1" lang="zh-CN" altLang="en-US" sz="800" dirty="0" smtClean="0">
                <a:solidFill>
                  <a:schemeClr val="tx1">
                    <a:lumMod val="50000"/>
                    <a:lumOff val="50000"/>
                  </a:schemeClr>
                </a:solidFill>
                <a:latin typeface="Microsoft YaHei" panose="020B0402040204020203" pitchFamily="34" charset="-122"/>
                <a:ea typeface="Microsoft YaHei" panose="020B0402040204020203" pitchFamily="34" charset="-122"/>
                <a:cs typeface="Microsoft YaHei" panose="020B0402040204020203" pitchFamily="34" charset="-122"/>
              </a:rPr>
              <a:t>较差</a:t>
            </a:r>
            <a:endParaRPr kumimoji="1" lang="zh-CN" altLang="en-US" sz="800" dirty="0">
              <a:solidFill>
                <a:schemeClr val="tx1">
                  <a:lumMod val="50000"/>
                  <a:lumOff val="50000"/>
                </a:schemeClr>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81" name="文本框 80"/>
          <p:cNvSpPr txBox="1"/>
          <p:nvPr/>
        </p:nvSpPr>
        <p:spPr>
          <a:xfrm>
            <a:off x="1667510" y="4163695"/>
            <a:ext cx="488950" cy="215265"/>
          </a:xfrm>
          <a:prstGeom prst="rect">
            <a:avLst/>
          </a:prstGeom>
          <a:noFill/>
        </p:spPr>
        <p:txBody>
          <a:bodyPr wrap="square" rtlCol="0">
            <a:spAutoFit/>
          </a:bodyPr>
          <a:p>
            <a:r>
              <a:rPr kumimoji="1" lang="zh-CN" altLang="en-US" sz="800" dirty="0" smtClean="0">
                <a:solidFill>
                  <a:schemeClr val="tx1">
                    <a:lumMod val="50000"/>
                    <a:lumOff val="50000"/>
                  </a:schemeClr>
                </a:solidFill>
                <a:latin typeface="Microsoft YaHei" panose="020B0402040204020203" pitchFamily="34" charset="-122"/>
                <a:ea typeface="Microsoft YaHei" panose="020B0402040204020203" pitchFamily="34" charset="-122"/>
                <a:cs typeface="Microsoft YaHei" panose="020B0402040204020203" pitchFamily="34" charset="-122"/>
              </a:rPr>
              <a:t>很差</a:t>
            </a:r>
            <a:endParaRPr kumimoji="1" lang="zh-CN" altLang="en-US" sz="800" dirty="0">
              <a:solidFill>
                <a:schemeClr val="tx1">
                  <a:lumMod val="50000"/>
                  <a:lumOff val="50000"/>
                </a:schemeClr>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82" name="文本框 81"/>
          <p:cNvSpPr txBox="1"/>
          <p:nvPr/>
        </p:nvSpPr>
        <p:spPr>
          <a:xfrm>
            <a:off x="1667510" y="3429635"/>
            <a:ext cx="488950" cy="215265"/>
          </a:xfrm>
          <a:prstGeom prst="rect">
            <a:avLst/>
          </a:prstGeom>
          <a:noFill/>
        </p:spPr>
        <p:txBody>
          <a:bodyPr wrap="square" rtlCol="0">
            <a:spAutoFit/>
          </a:bodyPr>
          <a:p>
            <a:r>
              <a:rPr kumimoji="1" lang="zh-CN" altLang="en-US" sz="800" dirty="0" smtClean="0">
                <a:solidFill>
                  <a:schemeClr val="tx1">
                    <a:lumMod val="50000"/>
                    <a:lumOff val="50000"/>
                  </a:schemeClr>
                </a:solidFill>
                <a:latin typeface="Microsoft YaHei" panose="020B0402040204020203" pitchFamily="34" charset="-122"/>
                <a:ea typeface="Microsoft YaHei" panose="020B0402040204020203" pitchFamily="34" charset="-122"/>
                <a:cs typeface="Microsoft YaHei" panose="020B0402040204020203" pitchFamily="34" charset="-122"/>
              </a:rPr>
              <a:t>很棒</a:t>
            </a:r>
            <a:endParaRPr kumimoji="1" lang="zh-CN" altLang="en-US" sz="800" dirty="0">
              <a:solidFill>
                <a:schemeClr val="tx1">
                  <a:lumMod val="50000"/>
                  <a:lumOff val="50000"/>
                </a:schemeClr>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cxnSp>
        <p:nvCxnSpPr>
          <p:cNvPr id="84" name="直线连接符 37"/>
          <p:cNvCxnSpPr/>
          <p:nvPr/>
        </p:nvCxnSpPr>
        <p:spPr>
          <a:xfrm>
            <a:off x="2009775" y="3536950"/>
            <a:ext cx="9763125" cy="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5" name="直线连接符 39"/>
          <p:cNvCxnSpPr/>
          <p:nvPr/>
        </p:nvCxnSpPr>
        <p:spPr>
          <a:xfrm>
            <a:off x="2009775" y="3719195"/>
            <a:ext cx="9763125" cy="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6" name="直线连接符 40"/>
          <p:cNvCxnSpPr/>
          <p:nvPr/>
        </p:nvCxnSpPr>
        <p:spPr>
          <a:xfrm>
            <a:off x="2009775" y="3902075"/>
            <a:ext cx="9763125" cy="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7" name="直线连接符 41"/>
          <p:cNvCxnSpPr/>
          <p:nvPr/>
        </p:nvCxnSpPr>
        <p:spPr>
          <a:xfrm>
            <a:off x="2009775" y="4084320"/>
            <a:ext cx="9763125" cy="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8" name="直线连接符 42"/>
          <p:cNvCxnSpPr/>
          <p:nvPr/>
        </p:nvCxnSpPr>
        <p:spPr>
          <a:xfrm>
            <a:off x="2009775" y="4267200"/>
            <a:ext cx="9763125" cy="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p:cNvSpPr/>
          <p:nvPr/>
        </p:nvSpPr>
        <p:spPr>
          <a:xfrm>
            <a:off x="2802255" y="3678555"/>
            <a:ext cx="104140" cy="104140"/>
          </a:xfrm>
          <a:prstGeom prst="ellipse">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3" name="椭圆 102"/>
          <p:cNvSpPr/>
          <p:nvPr/>
        </p:nvSpPr>
        <p:spPr>
          <a:xfrm>
            <a:off x="4804410" y="3667125"/>
            <a:ext cx="104140" cy="104140"/>
          </a:xfrm>
          <a:prstGeom prst="ellipse">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4" name="椭圆 103"/>
          <p:cNvSpPr/>
          <p:nvPr/>
        </p:nvSpPr>
        <p:spPr>
          <a:xfrm>
            <a:off x="6884670" y="3849370"/>
            <a:ext cx="104140" cy="104140"/>
          </a:xfrm>
          <a:prstGeom prst="ellipse">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5" name="椭圆 104"/>
          <p:cNvSpPr/>
          <p:nvPr/>
        </p:nvSpPr>
        <p:spPr>
          <a:xfrm>
            <a:off x="8989060" y="4032250"/>
            <a:ext cx="104140" cy="104140"/>
          </a:xfrm>
          <a:prstGeom prst="ellipse">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6" name="椭圆 105"/>
          <p:cNvSpPr/>
          <p:nvPr/>
        </p:nvSpPr>
        <p:spPr>
          <a:xfrm>
            <a:off x="10801985" y="3484880"/>
            <a:ext cx="104140" cy="104140"/>
          </a:xfrm>
          <a:prstGeom prst="ellipse">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7" name="圆角矩形 106"/>
          <p:cNvSpPr/>
          <p:nvPr/>
        </p:nvSpPr>
        <p:spPr>
          <a:xfrm>
            <a:off x="1955800" y="4438015"/>
            <a:ext cx="1913890" cy="856615"/>
          </a:xfrm>
          <a:prstGeom prst="roundRect">
            <a:avLst>
              <a:gd name="adj" fmla="val 7437"/>
            </a:avLst>
          </a:prstGeom>
          <a:solidFill>
            <a:srgbClr val="F2A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1</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的痛点</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描述</a:t>
            </a:r>
            <a:endPar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08" name="圆角矩形 107"/>
          <p:cNvSpPr/>
          <p:nvPr/>
        </p:nvSpPr>
        <p:spPr>
          <a:xfrm>
            <a:off x="3940175" y="4438015"/>
            <a:ext cx="1913890" cy="856615"/>
          </a:xfrm>
          <a:prstGeom prst="roundRect">
            <a:avLst>
              <a:gd name="adj" fmla="val 7437"/>
            </a:avLst>
          </a:prstGeom>
          <a:solidFill>
            <a:srgbClr val="F2A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2</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的痛点</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描述</a:t>
            </a:r>
            <a:endPar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09" name="圆角矩形 108"/>
          <p:cNvSpPr/>
          <p:nvPr/>
        </p:nvSpPr>
        <p:spPr>
          <a:xfrm>
            <a:off x="5924550" y="4438015"/>
            <a:ext cx="1913890" cy="856615"/>
          </a:xfrm>
          <a:prstGeom prst="roundRect">
            <a:avLst>
              <a:gd name="adj" fmla="val 7437"/>
            </a:avLst>
          </a:prstGeom>
          <a:solidFill>
            <a:srgbClr val="F2A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3</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的痛点</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描述</a:t>
            </a:r>
            <a:endPar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10" name="圆角矩形 109"/>
          <p:cNvSpPr/>
          <p:nvPr/>
        </p:nvSpPr>
        <p:spPr>
          <a:xfrm>
            <a:off x="7908925" y="4438015"/>
            <a:ext cx="1913890" cy="856615"/>
          </a:xfrm>
          <a:prstGeom prst="roundRect">
            <a:avLst>
              <a:gd name="adj" fmla="val 7437"/>
            </a:avLst>
          </a:prstGeom>
          <a:solidFill>
            <a:srgbClr val="F2A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4</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的痛点</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描述</a:t>
            </a:r>
            <a:endPar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11" name="圆角矩形 110"/>
          <p:cNvSpPr/>
          <p:nvPr/>
        </p:nvSpPr>
        <p:spPr>
          <a:xfrm>
            <a:off x="9893300" y="4438015"/>
            <a:ext cx="1913890" cy="856615"/>
          </a:xfrm>
          <a:prstGeom prst="roundRect">
            <a:avLst>
              <a:gd name="adj" fmla="val 7437"/>
            </a:avLst>
          </a:prstGeom>
          <a:solidFill>
            <a:srgbClr val="F2A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5</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的痛点</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描述</a:t>
            </a:r>
            <a:endPar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12" name="圆角矩形 111"/>
          <p:cNvSpPr/>
          <p:nvPr/>
        </p:nvSpPr>
        <p:spPr>
          <a:xfrm>
            <a:off x="1955800" y="5404485"/>
            <a:ext cx="1905000" cy="856615"/>
          </a:xfrm>
          <a:prstGeom prst="roundRect">
            <a:avLst>
              <a:gd name="adj" fmla="val 7437"/>
            </a:avLst>
          </a:prstGeom>
          <a:solidFill>
            <a:srgbClr val="8ED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1</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的机会点</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描述</a:t>
            </a:r>
            <a:endPar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13" name="圆角矩形 112"/>
          <p:cNvSpPr/>
          <p:nvPr/>
        </p:nvSpPr>
        <p:spPr>
          <a:xfrm>
            <a:off x="3942715" y="5404485"/>
            <a:ext cx="1905000" cy="856615"/>
          </a:xfrm>
          <a:prstGeom prst="roundRect">
            <a:avLst>
              <a:gd name="adj" fmla="val 7437"/>
            </a:avLst>
          </a:prstGeom>
          <a:solidFill>
            <a:srgbClr val="8ED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1</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的机会点</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描述</a:t>
            </a:r>
            <a:endPar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14" name="圆角矩形 113"/>
          <p:cNvSpPr/>
          <p:nvPr/>
        </p:nvSpPr>
        <p:spPr>
          <a:xfrm>
            <a:off x="5929630" y="5404485"/>
            <a:ext cx="1905000" cy="856615"/>
          </a:xfrm>
          <a:prstGeom prst="roundRect">
            <a:avLst>
              <a:gd name="adj" fmla="val 7437"/>
            </a:avLst>
          </a:prstGeom>
          <a:solidFill>
            <a:srgbClr val="8ED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1</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的机会点</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描述</a:t>
            </a:r>
            <a:endPar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15" name="圆角矩形 114"/>
          <p:cNvSpPr/>
          <p:nvPr/>
        </p:nvSpPr>
        <p:spPr>
          <a:xfrm>
            <a:off x="7916545" y="5404485"/>
            <a:ext cx="1905000" cy="856615"/>
          </a:xfrm>
          <a:prstGeom prst="roundRect">
            <a:avLst>
              <a:gd name="adj" fmla="val 7437"/>
            </a:avLst>
          </a:prstGeom>
          <a:solidFill>
            <a:srgbClr val="8ED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1</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的机会点</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描述</a:t>
            </a:r>
            <a:endPar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16" name="圆角矩形 115"/>
          <p:cNvSpPr/>
          <p:nvPr/>
        </p:nvSpPr>
        <p:spPr>
          <a:xfrm>
            <a:off x="9903460" y="5404485"/>
            <a:ext cx="1905000" cy="856615"/>
          </a:xfrm>
          <a:prstGeom prst="roundRect">
            <a:avLst>
              <a:gd name="adj" fmla="val 7437"/>
            </a:avLst>
          </a:prstGeom>
          <a:solidFill>
            <a:srgbClr val="8ED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阶段</a:t>
            </a:r>
            <a:r>
              <a:rPr kumimoji="1" lang="en-US" altLang="zh-CN"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5</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的机会点</a:t>
            </a:r>
            <a:r>
              <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描述</a:t>
            </a:r>
            <a:endParaRPr kumimoji="1" lang="zh-CN" altLang="en-US" sz="1000" dirty="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 name="标题 3"/>
          <p:cNvSpPr>
            <a:spLocks noGrp="1"/>
          </p:cNvSpPr>
          <p:nvPr>
            <p:ph type="title"/>
          </p:nvPr>
        </p:nvSpPr>
        <p:spPr/>
        <p:txBody>
          <a:bodyPr/>
          <a:p>
            <a:r>
              <a:rPr lang="zh-CN" altLang="en-US">
                <a:solidFill>
                  <a:schemeClr val="tx1"/>
                </a:solidFill>
              </a:rPr>
              <a:t>目标用户洞察：</a:t>
            </a:r>
            <a:r>
              <a:rPr lang="en-US" altLang="zh-CN">
                <a:solidFill>
                  <a:schemeClr val="accent1"/>
                </a:solidFill>
              </a:rPr>
              <a:t>xxx</a:t>
            </a:r>
            <a:r>
              <a:rPr lang="zh-CN" altLang="en-US">
                <a:solidFill>
                  <a:schemeClr val="accent1"/>
                </a:solidFill>
              </a:rPr>
              <a:t>服务</a:t>
            </a:r>
            <a:r>
              <a:rPr lang="zh-CN" altLang="en-US">
                <a:solidFill>
                  <a:schemeClr val="accent1"/>
                </a:solidFill>
              </a:rPr>
              <a:t>蓝图</a:t>
            </a:r>
            <a:endParaRPr lang="zh-CN" altLang="en-US">
              <a:solidFill>
                <a:schemeClr val="accent1"/>
              </a:solidFill>
            </a:endParaRPr>
          </a:p>
        </p:txBody>
      </p:sp>
      <p:sp>
        <p:nvSpPr>
          <p:cNvPr id="23" name="圆角矩形 22"/>
          <p:cNvSpPr/>
          <p:nvPr/>
        </p:nvSpPr>
        <p:spPr>
          <a:xfrm>
            <a:off x="668020" y="1841500"/>
            <a:ext cx="1281430" cy="939165"/>
          </a:xfrm>
          <a:prstGeom prst="roundRect">
            <a:avLst>
              <a:gd name="adj" fmla="val 7437"/>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用户行为</a:t>
            </a:r>
            <a:endParaRPr kumimoji="1" lang="zh-CN" altLang="en-US">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41" name="圆角矩形 40"/>
          <p:cNvSpPr/>
          <p:nvPr/>
        </p:nvSpPr>
        <p:spPr>
          <a:xfrm>
            <a:off x="668020" y="3169920"/>
            <a:ext cx="1281430" cy="647700"/>
          </a:xfrm>
          <a:prstGeom prst="roundRect">
            <a:avLst>
              <a:gd name="adj" fmla="val 7437"/>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前台</a:t>
            </a:r>
            <a:r>
              <a:rPr kumimoji="1" lang="zh-CN" altLang="en-US">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行为</a:t>
            </a:r>
            <a:endParaRPr kumimoji="1" lang="en-US" altLang="zh-CN" sz="100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53" name="圆角矩形 52"/>
          <p:cNvSpPr/>
          <p:nvPr/>
        </p:nvSpPr>
        <p:spPr>
          <a:xfrm>
            <a:off x="668020" y="4065270"/>
            <a:ext cx="1281430" cy="1274445"/>
          </a:xfrm>
          <a:prstGeom prst="roundRect">
            <a:avLst>
              <a:gd name="adj" fmla="val 7437"/>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后台</a:t>
            </a:r>
            <a:r>
              <a:rPr kumimoji="1" lang="zh-CN" altLang="en-US"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交互</a:t>
            </a:r>
            <a:endPar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59" name="圆角矩形 58"/>
          <p:cNvSpPr/>
          <p:nvPr/>
        </p:nvSpPr>
        <p:spPr>
          <a:xfrm>
            <a:off x="2082800" y="1841500"/>
            <a:ext cx="1913890" cy="939165"/>
          </a:xfrm>
          <a:prstGeom prst="roundRect">
            <a:avLst>
              <a:gd name="adj" fmla="val 6626"/>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indent="0" algn="l" defTabSz="914400" fontAlgn="auto">
              <a:lnSpc>
                <a:spcPct val="120000"/>
              </a:lnSpc>
              <a:buFont typeface="+mj-ea"/>
              <a:buNone/>
              <a:tabLst>
                <a:tab pos="89535" algn="l"/>
              </a:tabLst>
            </a:pP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用户</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的行为内容</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1</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60" name="圆角矩形 59"/>
          <p:cNvSpPr/>
          <p:nvPr/>
        </p:nvSpPr>
        <p:spPr>
          <a:xfrm>
            <a:off x="4067175" y="1841500"/>
            <a:ext cx="1913890" cy="939165"/>
          </a:xfrm>
          <a:prstGeom prst="roundRect">
            <a:avLst>
              <a:gd name="adj" fmla="val 6626"/>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indent="0" algn="l" defTabSz="914400" fontAlgn="auto">
              <a:lnSpc>
                <a:spcPct val="120000"/>
              </a:lnSpc>
              <a:buFont typeface="+mj-ea"/>
              <a:buNone/>
              <a:tabLst>
                <a:tab pos="89535" algn="l"/>
              </a:tabLst>
            </a:pP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用户的行为内容</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2</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endParaRPr>
          </a:p>
        </p:txBody>
      </p:sp>
      <p:sp>
        <p:nvSpPr>
          <p:cNvPr id="61" name="圆角矩形 60"/>
          <p:cNvSpPr/>
          <p:nvPr/>
        </p:nvSpPr>
        <p:spPr>
          <a:xfrm>
            <a:off x="8035925" y="1841500"/>
            <a:ext cx="1913890" cy="939165"/>
          </a:xfrm>
          <a:prstGeom prst="roundRect">
            <a:avLst>
              <a:gd name="adj" fmla="val 6626"/>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indent="0" algn="l" defTabSz="914400" fontAlgn="auto">
              <a:lnSpc>
                <a:spcPct val="120000"/>
              </a:lnSpc>
              <a:buFont typeface="+mj-ea"/>
              <a:buNone/>
              <a:tabLst>
                <a:tab pos="89535" algn="l"/>
              </a:tabLst>
            </a:pP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用户的行为内容</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4</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endParaRPr>
          </a:p>
        </p:txBody>
      </p:sp>
      <p:sp>
        <p:nvSpPr>
          <p:cNvPr id="62" name="圆角矩形 61"/>
          <p:cNvSpPr/>
          <p:nvPr/>
        </p:nvSpPr>
        <p:spPr>
          <a:xfrm>
            <a:off x="6051550" y="1841500"/>
            <a:ext cx="1913890" cy="939165"/>
          </a:xfrm>
          <a:prstGeom prst="roundRect">
            <a:avLst>
              <a:gd name="adj" fmla="val 6626"/>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indent="0" algn="l" defTabSz="914400" fontAlgn="auto">
              <a:lnSpc>
                <a:spcPct val="120000"/>
              </a:lnSpc>
              <a:buFont typeface="+mj-ea"/>
              <a:buNone/>
              <a:tabLst>
                <a:tab pos="89535" algn="l"/>
              </a:tabLst>
            </a:pP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用户的行为内容</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3</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endParaRPr>
          </a:p>
        </p:txBody>
      </p:sp>
      <p:sp>
        <p:nvSpPr>
          <p:cNvPr id="63" name="圆角矩形 62"/>
          <p:cNvSpPr/>
          <p:nvPr/>
        </p:nvSpPr>
        <p:spPr>
          <a:xfrm>
            <a:off x="10020300" y="1841500"/>
            <a:ext cx="1913890" cy="939165"/>
          </a:xfrm>
          <a:prstGeom prst="roundRect">
            <a:avLst>
              <a:gd name="adj" fmla="val 6626"/>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indent="0" algn="l" defTabSz="914400" fontAlgn="auto">
              <a:lnSpc>
                <a:spcPct val="120000"/>
              </a:lnSpc>
              <a:buFont typeface="+mj-ea"/>
              <a:buNone/>
              <a:tabLst>
                <a:tab pos="89535" algn="l"/>
              </a:tabLst>
            </a:pP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用户的行为内容</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5</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endParaRPr>
          </a:p>
        </p:txBody>
      </p:sp>
      <p:sp>
        <p:nvSpPr>
          <p:cNvPr id="64" name="圆角矩形 63"/>
          <p:cNvSpPr/>
          <p:nvPr/>
        </p:nvSpPr>
        <p:spPr>
          <a:xfrm>
            <a:off x="2082800" y="3169920"/>
            <a:ext cx="1905635" cy="647700"/>
          </a:xfrm>
          <a:prstGeom prst="roundRect">
            <a:avLst>
              <a:gd name="adj" fmla="val 7437"/>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用户是如何与前台（如平台的产品</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工具）交互</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69" name="圆角矩形 68"/>
          <p:cNvSpPr/>
          <p:nvPr/>
        </p:nvSpPr>
        <p:spPr>
          <a:xfrm>
            <a:off x="4069080" y="3169920"/>
            <a:ext cx="1905635" cy="647700"/>
          </a:xfrm>
          <a:prstGeom prst="roundRect">
            <a:avLst>
              <a:gd name="adj" fmla="val 7437"/>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用户是如何与前台（如平台的产品</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工具）交互的</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70" name="圆角矩形 69"/>
          <p:cNvSpPr/>
          <p:nvPr/>
        </p:nvSpPr>
        <p:spPr>
          <a:xfrm>
            <a:off x="6055360" y="3169920"/>
            <a:ext cx="1905635" cy="647700"/>
          </a:xfrm>
          <a:prstGeom prst="roundRect">
            <a:avLst>
              <a:gd name="adj" fmla="val 7437"/>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用户是如何与前台（如平台的产品</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工具）交互的</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71" name="圆角矩形 70"/>
          <p:cNvSpPr/>
          <p:nvPr/>
        </p:nvSpPr>
        <p:spPr>
          <a:xfrm>
            <a:off x="8041640" y="3169920"/>
            <a:ext cx="1905635" cy="647700"/>
          </a:xfrm>
          <a:prstGeom prst="roundRect">
            <a:avLst>
              <a:gd name="adj" fmla="val 7437"/>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用户是如何与前台（如平台的产品</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工具）交互的</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72" name="圆角矩形 71"/>
          <p:cNvSpPr/>
          <p:nvPr/>
        </p:nvSpPr>
        <p:spPr>
          <a:xfrm>
            <a:off x="10027920" y="3169920"/>
            <a:ext cx="1905635" cy="647700"/>
          </a:xfrm>
          <a:prstGeom prst="roundRect">
            <a:avLst>
              <a:gd name="adj" fmla="val 7437"/>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用户是如何与前台（如平台的产品</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工具）交互的</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cxnSp>
        <p:nvCxnSpPr>
          <p:cNvPr id="2" name="直接连接符 1"/>
          <p:cNvCxnSpPr>
            <a:stCxn id="5" idx="3"/>
          </p:cNvCxnSpPr>
          <p:nvPr/>
        </p:nvCxnSpPr>
        <p:spPr>
          <a:xfrm>
            <a:off x="718820" y="2911475"/>
            <a:ext cx="11216005" cy="0"/>
          </a:xfrm>
          <a:prstGeom prst="line">
            <a:avLst/>
          </a:prstGeom>
          <a:ln w="9525">
            <a:solidFill>
              <a:schemeClr val="tx1">
                <a:lumMod val="50000"/>
                <a:lumOff val="50000"/>
              </a:schemeClr>
            </a:solidFill>
            <a:prstDash val="sysDash"/>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3020" y="2773680"/>
            <a:ext cx="685800" cy="275590"/>
          </a:xfrm>
          <a:prstGeom prst="rect">
            <a:avLst/>
          </a:prstGeom>
          <a:noFill/>
        </p:spPr>
        <p:txBody>
          <a:bodyPr wrap="square" rtlCol="0">
            <a:spAutoFit/>
          </a:bodyPr>
          <a:p>
            <a:pPr algn="ctr"/>
            <a:r>
              <a:rPr lang="zh-CN" altLang="en-US" sz="1200">
                <a:solidFill>
                  <a:schemeClr val="tx1">
                    <a:lumMod val="50000"/>
                    <a:lumOff val="50000"/>
                  </a:schemeClr>
                </a:solidFill>
                <a:latin typeface="Microsoft YaHei Regular" panose="020B0402040204020203" charset="-122"/>
                <a:ea typeface="Microsoft YaHei Regular" panose="020B0402040204020203" charset="-122"/>
              </a:rPr>
              <a:t>交互</a:t>
            </a:r>
            <a:r>
              <a:rPr lang="zh-CN" altLang="en-US" sz="1200">
                <a:solidFill>
                  <a:schemeClr val="tx1">
                    <a:lumMod val="50000"/>
                    <a:lumOff val="50000"/>
                  </a:schemeClr>
                </a:solidFill>
                <a:latin typeface="Microsoft YaHei Regular" panose="020B0402040204020203" charset="-122"/>
                <a:ea typeface="Microsoft YaHei Regular" panose="020B0402040204020203" charset="-122"/>
              </a:rPr>
              <a:t>线</a:t>
            </a:r>
            <a:endParaRPr lang="zh-CN" altLang="en-US" sz="1200">
              <a:solidFill>
                <a:schemeClr val="tx1">
                  <a:lumMod val="50000"/>
                  <a:lumOff val="50000"/>
                </a:schemeClr>
              </a:solidFill>
              <a:latin typeface="Microsoft YaHei Regular" panose="020B0402040204020203" charset="-122"/>
              <a:ea typeface="Microsoft YaHei Regular" panose="020B0402040204020203" charset="-122"/>
            </a:endParaRPr>
          </a:p>
        </p:txBody>
      </p:sp>
      <p:sp>
        <p:nvSpPr>
          <p:cNvPr id="6" name="圆角矩形 5"/>
          <p:cNvSpPr/>
          <p:nvPr/>
        </p:nvSpPr>
        <p:spPr>
          <a:xfrm>
            <a:off x="668020" y="1216025"/>
            <a:ext cx="1281430" cy="467995"/>
          </a:xfrm>
          <a:prstGeom prst="roundRect">
            <a:avLst>
              <a:gd name="adj" fmla="val 743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触点</a:t>
            </a:r>
            <a:endParaRPr kumimoji="1" lang="zh-CN" altLang="en-US"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7" name="圆角矩形 6"/>
          <p:cNvSpPr/>
          <p:nvPr/>
        </p:nvSpPr>
        <p:spPr>
          <a:xfrm>
            <a:off x="2082800" y="1216025"/>
            <a:ext cx="1914525" cy="467995"/>
          </a:xfrm>
          <a:prstGeom prst="roundRect">
            <a:avLst>
              <a:gd name="adj" fmla="val 743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用户接触到的物理终端（如手机端</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/PC</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的工具</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产品</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物品）</a:t>
            </a:r>
            <a:endPar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8" name="圆角矩形 7"/>
          <p:cNvSpPr/>
          <p:nvPr/>
        </p:nvSpPr>
        <p:spPr>
          <a:xfrm>
            <a:off x="4067175" y="1216025"/>
            <a:ext cx="1914525" cy="467995"/>
          </a:xfrm>
          <a:prstGeom prst="roundRect">
            <a:avLst>
              <a:gd name="adj" fmla="val 743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用户接触到的物理终端（如手机端</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/PC</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的工具</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产品</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物品）</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9" name="圆角矩形 8"/>
          <p:cNvSpPr/>
          <p:nvPr/>
        </p:nvSpPr>
        <p:spPr>
          <a:xfrm>
            <a:off x="6051550" y="1216025"/>
            <a:ext cx="1914525" cy="467995"/>
          </a:xfrm>
          <a:prstGeom prst="roundRect">
            <a:avLst>
              <a:gd name="adj" fmla="val 743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用户接触到的物理终端（如手机端</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/PC</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的工具</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产品</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物品）</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0" name="圆角矩形 9"/>
          <p:cNvSpPr/>
          <p:nvPr/>
        </p:nvSpPr>
        <p:spPr>
          <a:xfrm>
            <a:off x="8035925" y="1216025"/>
            <a:ext cx="1914525" cy="467995"/>
          </a:xfrm>
          <a:prstGeom prst="roundRect">
            <a:avLst>
              <a:gd name="adj" fmla="val 743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用户接触到的物理终端（如手机端</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/PC</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的工具</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产品</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物品）</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1" name="圆角矩形 10"/>
          <p:cNvSpPr/>
          <p:nvPr/>
        </p:nvSpPr>
        <p:spPr>
          <a:xfrm>
            <a:off x="10020300" y="1216025"/>
            <a:ext cx="1914525" cy="467995"/>
          </a:xfrm>
          <a:prstGeom prst="roundRect">
            <a:avLst>
              <a:gd name="adj" fmla="val 743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用户接触到的物理终端（如手机端</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/PC</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的工具</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产品</a:t>
            </a:r>
            <a:r>
              <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a:t>
            </a:r>
            <a:r>
              <a:rPr kumimoji="1" lang="zh-CN" altLang="en-US"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sym typeface="+mn-ea"/>
              </a:rPr>
              <a:t>物品）</a:t>
            </a:r>
            <a:endParaRPr kumimoji="1" lang="en-US" altLang="zh-CN" sz="1000"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cxnSp>
        <p:nvCxnSpPr>
          <p:cNvPr id="12" name="直接连接符 11"/>
          <p:cNvCxnSpPr/>
          <p:nvPr/>
        </p:nvCxnSpPr>
        <p:spPr>
          <a:xfrm>
            <a:off x="718820" y="3945890"/>
            <a:ext cx="11216005" cy="0"/>
          </a:xfrm>
          <a:prstGeom prst="line">
            <a:avLst/>
          </a:prstGeom>
          <a:ln w="9525">
            <a:solidFill>
              <a:schemeClr val="tx1">
                <a:lumMod val="50000"/>
                <a:lumOff val="50000"/>
              </a:schemeClr>
            </a:solidFill>
            <a:prstDash val="solid"/>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33020" y="3789680"/>
            <a:ext cx="685800" cy="275590"/>
          </a:xfrm>
          <a:prstGeom prst="rect">
            <a:avLst/>
          </a:prstGeom>
          <a:noFill/>
        </p:spPr>
        <p:txBody>
          <a:bodyPr wrap="square" rtlCol="0">
            <a:spAutoFit/>
          </a:bodyPr>
          <a:p>
            <a:pPr algn="ctr"/>
            <a:r>
              <a:rPr lang="zh-CN" altLang="en-US" sz="1200">
                <a:solidFill>
                  <a:schemeClr val="tx1">
                    <a:lumMod val="50000"/>
                    <a:lumOff val="50000"/>
                  </a:schemeClr>
                </a:solidFill>
                <a:latin typeface="Microsoft YaHei Regular" panose="020B0402040204020203" charset="-122"/>
                <a:ea typeface="Microsoft YaHei Regular" panose="020B0402040204020203" charset="-122"/>
              </a:rPr>
              <a:t>可见线</a:t>
            </a:r>
            <a:endParaRPr lang="zh-CN" altLang="en-US" sz="1200">
              <a:solidFill>
                <a:schemeClr val="tx1">
                  <a:lumMod val="50000"/>
                  <a:lumOff val="50000"/>
                </a:schemeClr>
              </a:solidFill>
              <a:latin typeface="Microsoft YaHei Regular" panose="020B0402040204020203" charset="-122"/>
              <a:ea typeface="Microsoft YaHei Regular" panose="020B0402040204020203" charset="-122"/>
            </a:endParaRPr>
          </a:p>
        </p:txBody>
      </p:sp>
      <p:sp>
        <p:nvSpPr>
          <p:cNvPr id="14" name="圆角矩形 13"/>
          <p:cNvSpPr/>
          <p:nvPr/>
        </p:nvSpPr>
        <p:spPr>
          <a:xfrm>
            <a:off x="2082800" y="4065270"/>
            <a:ext cx="1868805" cy="1274445"/>
          </a:xfrm>
          <a:prstGeom prst="roundRect">
            <a:avLst>
              <a:gd name="adj" fmla="val 7437"/>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后台的服务和具体能力是如何实现前台行为</a:t>
            </a:r>
            <a:r>
              <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a:t>
            </a:r>
            <a:endPar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5" name="圆角矩形 14"/>
          <p:cNvSpPr/>
          <p:nvPr/>
        </p:nvSpPr>
        <p:spPr>
          <a:xfrm>
            <a:off x="8070215" y="4065270"/>
            <a:ext cx="1868805" cy="1274445"/>
          </a:xfrm>
          <a:prstGeom prst="roundRect">
            <a:avLst>
              <a:gd name="adj" fmla="val 7437"/>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后台的服务和具体能力是如何实现前台行为</a:t>
            </a:r>
            <a:r>
              <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a:t>
            </a:r>
            <a:endPar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6" name="圆角矩形 15"/>
          <p:cNvSpPr/>
          <p:nvPr/>
        </p:nvSpPr>
        <p:spPr>
          <a:xfrm>
            <a:off x="4078605" y="4065270"/>
            <a:ext cx="1868805" cy="1274445"/>
          </a:xfrm>
          <a:prstGeom prst="roundRect">
            <a:avLst>
              <a:gd name="adj" fmla="val 7437"/>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后台的服务和具体能力是如何实现前台行为</a:t>
            </a:r>
            <a:r>
              <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a:t>
            </a:r>
            <a:endPar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7" name="圆角矩形 16"/>
          <p:cNvSpPr/>
          <p:nvPr/>
        </p:nvSpPr>
        <p:spPr>
          <a:xfrm>
            <a:off x="6074410" y="4065270"/>
            <a:ext cx="1868805" cy="1274445"/>
          </a:xfrm>
          <a:prstGeom prst="roundRect">
            <a:avLst>
              <a:gd name="adj" fmla="val 7437"/>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后台的服务和具体能力是如何实现前台行为</a:t>
            </a:r>
            <a:r>
              <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a:t>
            </a:r>
            <a:endPar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18" name="圆角矩形 17"/>
          <p:cNvSpPr/>
          <p:nvPr/>
        </p:nvSpPr>
        <p:spPr>
          <a:xfrm>
            <a:off x="10066020" y="4065270"/>
            <a:ext cx="1868805" cy="1274445"/>
          </a:xfrm>
          <a:prstGeom prst="roundRect">
            <a:avLst>
              <a:gd name="adj" fmla="val 7437"/>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后台的服务和具体能力是如何实现前台行为</a:t>
            </a:r>
            <a:r>
              <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的</a:t>
            </a:r>
            <a:endPar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 name="标题 3"/>
          <p:cNvSpPr>
            <a:spLocks noGrp="1"/>
          </p:cNvSpPr>
          <p:nvPr>
            <p:ph type="title"/>
          </p:nvPr>
        </p:nvSpPr>
        <p:spPr/>
        <p:txBody>
          <a:bodyPr/>
          <a:p>
            <a:r>
              <a:rPr lang="zh-CN" altLang="en-US">
                <a:solidFill>
                  <a:schemeClr val="tx1"/>
                </a:solidFill>
              </a:rPr>
              <a:t>目标用户洞察：</a:t>
            </a:r>
            <a:r>
              <a:rPr lang="zh-CN" altLang="en-US">
                <a:solidFill>
                  <a:schemeClr val="accent1"/>
                </a:solidFill>
              </a:rPr>
              <a:t>微门店服务蓝图（</a:t>
            </a:r>
            <a:r>
              <a:rPr lang="zh-CN" altLang="en-US">
                <a:solidFill>
                  <a:schemeClr val="accent1"/>
                </a:solidFill>
              </a:rPr>
              <a:t>示例）</a:t>
            </a:r>
            <a:endParaRPr lang="zh-CN" altLang="en-US">
              <a:solidFill>
                <a:schemeClr val="accent1"/>
              </a:solidFill>
            </a:endParaRPr>
          </a:p>
        </p:txBody>
      </p:sp>
      <p:sp>
        <p:nvSpPr>
          <p:cNvPr id="23" name="圆角矩形 22"/>
          <p:cNvSpPr/>
          <p:nvPr/>
        </p:nvSpPr>
        <p:spPr>
          <a:xfrm>
            <a:off x="890270" y="1841500"/>
            <a:ext cx="1281430" cy="538480"/>
          </a:xfrm>
          <a:prstGeom prst="roundRect">
            <a:avLst>
              <a:gd name="adj" fmla="val 0"/>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用户行为</a:t>
            </a:r>
            <a:endParaRPr kumimoji="1" lang="zh-CN" altLang="en-US">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41" name="圆角矩形 40"/>
          <p:cNvSpPr/>
          <p:nvPr/>
        </p:nvSpPr>
        <p:spPr>
          <a:xfrm>
            <a:off x="890270" y="2959100"/>
            <a:ext cx="1281430" cy="647700"/>
          </a:xfrm>
          <a:prstGeom prst="roundRect">
            <a:avLst>
              <a:gd name="adj" fmla="val 0"/>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前台</a:t>
            </a:r>
            <a:r>
              <a:rPr kumimoji="1" lang="zh-CN" altLang="en-US">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行为</a:t>
            </a:r>
            <a:endParaRPr kumimoji="1" lang="en-US" altLang="zh-CN" sz="100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sp>
        <p:nvSpPr>
          <p:cNvPr id="53" name="圆角矩形 52"/>
          <p:cNvSpPr/>
          <p:nvPr/>
        </p:nvSpPr>
        <p:spPr>
          <a:xfrm>
            <a:off x="890270" y="4065270"/>
            <a:ext cx="1281430" cy="1836420"/>
          </a:xfrm>
          <a:prstGeom prst="roundRect">
            <a:avLst>
              <a:gd name="adj" fmla="val 1295"/>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后台</a:t>
            </a:r>
            <a:r>
              <a:rPr kumimoji="1" lang="zh-CN" altLang="en-US"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交互</a:t>
            </a:r>
            <a:endParaRPr kumimoji="1" lang="zh-CN" altLang="en-US" sz="1000" dirty="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cxnSp>
        <p:nvCxnSpPr>
          <p:cNvPr id="2" name="直接连接符 1"/>
          <p:cNvCxnSpPr/>
          <p:nvPr/>
        </p:nvCxnSpPr>
        <p:spPr>
          <a:xfrm>
            <a:off x="941070" y="2654300"/>
            <a:ext cx="10878185" cy="0"/>
          </a:xfrm>
          <a:prstGeom prst="line">
            <a:avLst/>
          </a:prstGeom>
          <a:ln w="9525">
            <a:solidFill>
              <a:schemeClr val="tx1">
                <a:lumMod val="50000"/>
                <a:lumOff val="50000"/>
              </a:schemeClr>
            </a:solidFill>
            <a:prstDash val="sysDash"/>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3020" y="2516505"/>
            <a:ext cx="762635" cy="245110"/>
          </a:xfrm>
          <a:prstGeom prst="rect">
            <a:avLst/>
          </a:prstGeom>
          <a:noFill/>
        </p:spPr>
        <p:txBody>
          <a:bodyPr wrap="square" rtlCol="0">
            <a:spAutoFit/>
          </a:bodyPr>
          <a:p>
            <a:pPr algn="r"/>
            <a:r>
              <a:rPr lang="zh-CN" altLang="en-US" sz="1000">
                <a:solidFill>
                  <a:schemeClr val="tx1">
                    <a:lumMod val="50000"/>
                    <a:lumOff val="50000"/>
                  </a:schemeClr>
                </a:solidFill>
                <a:latin typeface="Microsoft YaHei Regular" panose="020B0402040204020203" charset="-122"/>
                <a:ea typeface="Microsoft YaHei Regular" panose="020B0402040204020203" charset="-122"/>
              </a:rPr>
              <a:t>交互</a:t>
            </a:r>
            <a:r>
              <a:rPr lang="zh-CN" altLang="en-US" sz="1000">
                <a:solidFill>
                  <a:schemeClr val="tx1">
                    <a:lumMod val="50000"/>
                    <a:lumOff val="50000"/>
                  </a:schemeClr>
                </a:solidFill>
                <a:latin typeface="Microsoft YaHei Regular" panose="020B0402040204020203" charset="-122"/>
                <a:ea typeface="Microsoft YaHei Regular" panose="020B0402040204020203" charset="-122"/>
              </a:rPr>
              <a:t>线</a:t>
            </a:r>
            <a:endParaRPr lang="zh-CN" altLang="en-US" sz="1000">
              <a:solidFill>
                <a:schemeClr val="tx1">
                  <a:lumMod val="50000"/>
                  <a:lumOff val="50000"/>
                </a:schemeClr>
              </a:solidFill>
              <a:latin typeface="Microsoft YaHei Regular" panose="020B0402040204020203" charset="-122"/>
              <a:ea typeface="Microsoft YaHei Regular" panose="020B0402040204020203" charset="-122"/>
            </a:endParaRPr>
          </a:p>
        </p:txBody>
      </p:sp>
      <p:sp>
        <p:nvSpPr>
          <p:cNvPr id="6" name="圆角矩形 5"/>
          <p:cNvSpPr/>
          <p:nvPr/>
        </p:nvSpPr>
        <p:spPr>
          <a:xfrm>
            <a:off x="890270" y="1216025"/>
            <a:ext cx="1281430" cy="467995"/>
          </a:xfrm>
          <a:prstGeom prst="roundRect">
            <a:avLst>
              <a:gd name="adj" fmla="val 3392"/>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altLang="en-US"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rPr>
              <a:t>触点</a:t>
            </a:r>
            <a:endParaRPr kumimoji="1" lang="zh-CN" altLang="en-US" smtClean="0">
              <a:solidFill>
                <a:schemeClr val="bg1"/>
              </a:solidFill>
              <a:latin typeface="Microsoft YaHei" panose="020B0402040204020203" pitchFamily="34" charset="-122"/>
              <a:ea typeface="Microsoft YaHei" panose="020B0402040204020203" pitchFamily="34" charset="-122"/>
              <a:cs typeface="Microsoft YaHei" panose="020B0402040204020203" pitchFamily="34" charset="-122"/>
            </a:endParaRPr>
          </a:p>
        </p:txBody>
      </p:sp>
      <p:cxnSp>
        <p:nvCxnSpPr>
          <p:cNvPr id="12" name="直接连接符 11"/>
          <p:cNvCxnSpPr/>
          <p:nvPr/>
        </p:nvCxnSpPr>
        <p:spPr>
          <a:xfrm>
            <a:off x="941070" y="3812540"/>
            <a:ext cx="10878185" cy="0"/>
          </a:xfrm>
          <a:prstGeom prst="line">
            <a:avLst/>
          </a:prstGeom>
          <a:ln w="9525">
            <a:solidFill>
              <a:schemeClr val="tx1">
                <a:lumMod val="50000"/>
                <a:lumOff val="50000"/>
              </a:schemeClr>
            </a:solidFill>
            <a:prstDash val="solid"/>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33020" y="3656330"/>
            <a:ext cx="831850" cy="245110"/>
          </a:xfrm>
          <a:prstGeom prst="rect">
            <a:avLst/>
          </a:prstGeom>
          <a:noFill/>
        </p:spPr>
        <p:txBody>
          <a:bodyPr wrap="square" rtlCol="0">
            <a:spAutoFit/>
          </a:bodyPr>
          <a:p>
            <a:pPr algn="r"/>
            <a:r>
              <a:rPr lang="zh-CN" altLang="en-US" sz="1000">
                <a:solidFill>
                  <a:schemeClr val="tx1">
                    <a:lumMod val="50000"/>
                    <a:lumOff val="50000"/>
                  </a:schemeClr>
                </a:solidFill>
                <a:latin typeface="Microsoft YaHei Regular" panose="020B0402040204020203" charset="-122"/>
                <a:ea typeface="Microsoft YaHei Regular" panose="020B0402040204020203" charset="-122"/>
              </a:rPr>
              <a:t>可见线</a:t>
            </a:r>
            <a:endParaRPr lang="zh-CN" altLang="en-US" sz="1000">
              <a:solidFill>
                <a:schemeClr val="tx1">
                  <a:lumMod val="50000"/>
                  <a:lumOff val="50000"/>
                </a:schemeClr>
              </a:solidFill>
              <a:latin typeface="Microsoft YaHei Regular" panose="020B0402040204020203" charset="-122"/>
              <a:ea typeface="Microsoft YaHei Regular" panose="020B0402040204020203" charset="-122"/>
            </a:endParaRPr>
          </a:p>
        </p:txBody>
      </p:sp>
      <p:sp>
        <p:nvSpPr>
          <p:cNvPr id="3" name="矩形 2"/>
          <p:cNvSpPr/>
          <p:nvPr/>
        </p:nvSpPr>
        <p:spPr>
          <a:xfrm>
            <a:off x="3468770" y="1841500"/>
            <a:ext cx="863600" cy="536575"/>
          </a:xfrm>
          <a:prstGeom prst="rect">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入店</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19" name="矩形 18"/>
          <p:cNvSpPr/>
          <p:nvPr/>
        </p:nvSpPr>
        <p:spPr>
          <a:xfrm>
            <a:off x="4523505" y="1841500"/>
            <a:ext cx="863600" cy="540385"/>
          </a:xfrm>
          <a:prstGeom prst="rect">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挑选产品</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20" name="矩形 19"/>
          <p:cNvSpPr/>
          <p:nvPr/>
        </p:nvSpPr>
        <p:spPr>
          <a:xfrm>
            <a:off x="5578240" y="1841500"/>
            <a:ext cx="863600" cy="551180"/>
          </a:xfrm>
          <a:prstGeom prst="rect">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了解促销方案等活动</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21" name="矩形 20"/>
          <p:cNvSpPr/>
          <p:nvPr/>
        </p:nvSpPr>
        <p:spPr>
          <a:xfrm>
            <a:off x="7687710" y="1841500"/>
            <a:ext cx="863600" cy="538480"/>
          </a:xfrm>
          <a:prstGeom prst="rect">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扫码</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付款</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22" name="矩形 21"/>
          <p:cNvSpPr/>
          <p:nvPr/>
        </p:nvSpPr>
        <p:spPr>
          <a:xfrm>
            <a:off x="2413635" y="2959100"/>
            <a:ext cx="864000" cy="638810"/>
          </a:xfrm>
          <a:prstGeom prst="rect">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招揽</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顾客</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24" name="矩形 23"/>
          <p:cNvSpPr/>
          <p:nvPr/>
        </p:nvSpPr>
        <p:spPr>
          <a:xfrm>
            <a:off x="5578240" y="4131310"/>
            <a:ext cx="864235" cy="617220"/>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cs typeface="Microsoft YaHei Regular" panose="020B0402040204020203" charset="-122"/>
              </a:rPr>
              <a:t>提供</a:t>
            </a:r>
            <a:endParaRPr lang="en-US" altLang="zh-CN" sz="1000" kern="1200" dirty="0">
              <a:solidFill>
                <a:schemeClr val="bg1"/>
              </a:solidFill>
              <a:latin typeface="Microsoft YaHei Regular" panose="020B0402040204020203" charset="-122"/>
              <a:ea typeface="Microsoft YaHei Regular" panose="020B0402040204020203" charset="-122"/>
              <a:cs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cs typeface="Microsoft YaHei Regular" panose="020B0402040204020203" charset="-122"/>
              </a:rPr>
              <a:t>促销</a:t>
            </a:r>
            <a:r>
              <a:rPr lang="en-US" altLang="zh-CN" sz="1000" kern="1200" dirty="0">
                <a:solidFill>
                  <a:schemeClr val="bg1"/>
                </a:solidFill>
                <a:latin typeface="Microsoft YaHei Regular" panose="020B0402040204020203" charset="-122"/>
                <a:ea typeface="Microsoft YaHei Regular" panose="020B0402040204020203" charset="-122"/>
                <a:cs typeface="Microsoft YaHei Regular" panose="020B0402040204020203" charset="-122"/>
              </a:rPr>
              <a:t>/</a:t>
            </a:r>
            <a:r>
              <a:rPr lang="zh-CN" altLang="en-US" sz="1000" kern="1200" dirty="0">
                <a:solidFill>
                  <a:schemeClr val="bg1"/>
                </a:solidFill>
                <a:latin typeface="Microsoft YaHei Regular" panose="020B0402040204020203" charset="-122"/>
                <a:ea typeface="Microsoft YaHei Regular" panose="020B0402040204020203" charset="-122"/>
                <a:cs typeface="Microsoft YaHei Regular" panose="020B0402040204020203" charset="-122"/>
              </a:rPr>
              <a:t>套餐</a:t>
            </a:r>
            <a:r>
              <a:rPr lang="en-US" altLang="zh-CN" sz="1000" kern="1200" dirty="0">
                <a:solidFill>
                  <a:schemeClr val="bg1"/>
                </a:solidFill>
                <a:latin typeface="Microsoft YaHei Regular" panose="020B0402040204020203" charset="-122"/>
                <a:ea typeface="Microsoft YaHei Regular" panose="020B0402040204020203" charset="-122"/>
                <a:cs typeface="Microsoft YaHei Regular" panose="020B0402040204020203" charset="-122"/>
              </a:rPr>
              <a:t>/</a:t>
            </a:r>
            <a:r>
              <a:rPr lang="zh-CN" altLang="en-US" sz="1000" kern="1200" dirty="0">
                <a:solidFill>
                  <a:schemeClr val="bg1"/>
                </a:solidFill>
                <a:latin typeface="Microsoft YaHei Regular" panose="020B0402040204020203" charset="-122"/>
                <a:ea typeface="Microsoft YaHei Regular" panose="020B0402040204020203" charset="-122"/>
                <a:cs typeface="Microsoft YaHei Regular" panose="020B0402040204020203" charset="-122"/>
              </a:rPr>
              <a:t>满减等方案</a:t>
            </a:r>
            <a:endParaRPr lang="zh-CN" altLang="en-US" sz="1000" kern="1200" dirty="0">
              <a:solidFill>
                <a:schemeClr val="bg1"/>
              </a:solidFill>
              <a:latin typeface="Microsoft YaHei Regular" panose="020B0402040204020203" charset="-122"/>
              <a:ea typeface="Microsoft YaHei Regular" panose="020B0402040204020203" charset="-122"/>
              <a:cs typeface="Microsoft YaHei Regular" panose="020B0402040204020203" charset="-122"/>
            </a:endParaRPr>
          </a:p>
        </p:txBody>
      </p:sp>
      <p:sp>
        <p:nvSpPr>
          <p:cNvPr id="25" name="矩形 24"/>
          <p:cNvSpPr/>
          <p:nvPr/>
        </p:nvSpPr>
        <p:spPr>
          <a:xfrm>
            <a:off x="4523505" y="4127500"/>
            <a:ext cx="864235" cy="625475"/>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查询</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商品信息</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26" name="矩形 25"/>
          <p:cNvSpPr/>
          <p:nvPr/>
        </p:nvSpPr>
        <p:spPr>
          <a:xfrm>
            <a:off x="6632975" y="2959100"/>
            <a:ext cx="863600" cy="643890"/>
          </a:xfrm>
          <a:prstGeom prst="rect">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开单</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27" name="矩形 26"/>
          <p:cNvSpPr/>
          <p:nvPr/>
        </p:nvSpPr>
        <p:spPr>
          <a:xfrm>
            <a:off x="6632975" y="4121150"/>
            <a:ext cx="864235" cy="638175"/>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生成</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订单</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28" name="矩形 27"/>
          <p:cNvSpPr/>
          <p:nvPr/>
        </p:nvSpPr>
        <p:spPr>
          <a:xfrm>
            <a:off x="3468370" y="2959100"/>
            <a:ext cx="863600" cy="647700"/>
          </a:xfrm>
          <a:prstGeom prst="rect">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cs typeface="Microsoft YaHei Regular" panose="020B0402040204020203" charset="-122"/>
              </a:rPr>
              <a:t>使用</a:t>
            </a:r>
            <a:r>
              <a:rPr lang="en-US" altLang="zh-CN" sz="1000" kern="1200" dirty="0">
                <a:solidFill>
                  <a:schemeClr val="bg1"/>
                </a:solidFill>
                <a:latin typeface="Microsoft YaHei Regular" panose="020B0402040204020203" charset="-122"/>
                <a:ea typeface="Microsoft YaHei Regular" panose="020B0402040204020203" charset="-122"/>
                <a:cs typeface="Microsoft YaHei Regular" panose="020B0402040204020203" charset="-122"/>
              </a:rPr>
              <a:t>App</a:t>
            </a:r>
            <a:r>
              <a:rPr lang="zh-CN" altLang="en-US" sz="1000" kern="1200" dirty="0">
                <a:solidFill>
                  <a:schemeClr val="bg1"/>
                </a:solidFill>
                <a:latin typeface="Microsoft YaHei Regular" panose="020B0402040204020203" charset="-122"/>
                <a:ea typeface="Microsoft YaHei Regular" panose="020B0402040204020203" charset="-122"/>
                <a:cs typeface="Microsoft YaHei Regular" panose="020B0402040204020203" charset="-122"/>
              </a:rPr>
              <a:t>关联会员信息</a:t>
            </a:r>
            <a:endParaRPr lang="zh-CN" altLang="en-US" sz="1000" kern="1200" dirty="0">
              <a:solidFill>
                <a:schemeClr val="bg1"/>
              </a:solidFill>
              <a:latin typeface="Microsoft YaHei Regular" panose="020B0402040204020203" charset="-122"/>
              <a:ea typeface="Microsoft YaHei Regular" panose="020B0402040204020203" charset="-122"/>
              <a:cs typeface="Microsoft YaHei Regular" panose="020B0402040204020203" charset="-122"/>
            </a:endParaRPr>
          </a:p>
        </p:txBody>
      </p:sp>
      <p:sp>
        <p:nvSpPr>
          <p:cNvPr id="29" name="矩形 28"/>
          <p:cNvSpPr/>
          <p:nvPr/>
        </p:nvSpPr>
        <p:spPr>
          <a:xfrm>
            <a:off x="6632975" y="1841500"/>
            <a:ext cx="863600" cy="542290"/>
          </a:xfrm>
          <a:prstGeom prst="rect">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确定购买的商品</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30" name="矩形 29"/>
          <p:cNvSpPr/>
          <p:nvPr/>
        </p:nvSpPr>
        <p:spPr>
          <a:xfrm>
            <a:off x="9797180" y="1841500"/>
            <a:ext cx="863600" cy="554355"/>
          </a:xfrm>
          <a:prstGeom prst="rect">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取货</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cxnSp>
        <p:nvCxnSpPr>
          <p:cNvPr id="31" name="直接箭头连接符 12"/>
          <p:cNvCxnSpPr/>
          <p:nvPr/>
        </p:nvCxnSpPr>
        <p:spPr>
          <a:xfrm flipV="1">
            <a:off x="6009640" y="3578225"/>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2" name="直接箭头连接符 43"/>
          <p:cNvCxnSpPr/>
          <p:nvPr/>
        </p:nvCxnSpPr>
        <p:spPr>
          <a:xfrm flipV="1">
            <a:off x="8137310" y="2411730"/>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3" name="直接箭头连接符 44"/>
          <p:cNvCxnSpPr/>
          <p:nvPr/>
        </p:nvCxnSpPr>
        <p:spPr>
          <a:xfrm flipV="1">
            <a:off x="10246780" y="2411730"/>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5578240" y="2959100"/>
            <a:ext cx="863600" cy="652145"/>
          </a:xfrm>
          <a:prstGeom prst="rect">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向客户</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推荐商品</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cxnSp>
        <p:nvCxnSpPr>
          <p:cNvPr id="35" name="直接箭头连接符 52"/>
          <p:cNvCxnSpPr/>
          <p:nvPr/>
        </p:nvCxnSpPr>
        <p:spPr>
          <a:xfrm flipV="1">
            <a:off x="4954905" y="3578225"/>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6" name="直接箭头连接符 55"/>
          <p:cNvCxnSpPr/>
          <p:nvPr/>
        </p:nvCxnSpPr>
        <p:spPr>
          <a:xfrm>
            <a:off x="4973105" y="2411730"/>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2413635" y="1841500"/>
            <a:ext cx="864000" cy="530860"/>
          </a:xfrm>
          <a:prstGeom prst="rect">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找门店</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cxnSp>
        <p:nvCxnSpPr>
          <p:cNvPr id="38" name="直接箭头连接符 57"/>
          <p:cNvCxnSpPr/>
          <p:nvPr/>
        </p:nvCxnSpPr>
        <p:spPr>
          <a:xfrm flipV="1">
            <a:off x="2863635" y="2411730"/>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7687710" y="2959100"/>
            <a:ext cx="863600" cy="641350"/>
          </a:xfrm>
          <a:prstGeom prst="rect">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生成</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付款码</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cxnSp>
        <p:nvCxnSpPr>
          <p:cNvPr id="40" name="直接箭头连接符 59"/>
          <p:cNvCxnSpPr/>
          <p:nvPr/>
        </p:nvCxnSpPr>
        <p:spPr>
          <a:xfrm>
            <a:off x="7082575" y="2411730"/>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9796780" y="5355590"/>
            <a:ext cx="864235" cy="532130"/>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仓库</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备货</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43" name="矩形 42"/>
          <p:cNvSpPr/>
          <p:nvPr/>
        </p:nvSpPr>
        <p:spPr>
          <a:xfrm>
            <a:off x="9796545" y="4121150"/>
            <a:ext cx="864235" cy="638175"/>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配货</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cxnSp>
        <p:nvCxnSpPr>
          <p:cNvPr id="45" name="直接箭头连接符 64"/>
          <p:cNvCxnSpPr/>
          <p:nvPr/>
        </p:nvCxnSpPr>
        <p:spPr>
          <a:xfrm>
            <a:off x="10228980" y="3578225"/>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6" name="直接箭头连接符 66"/>
          <p:cNvCxnSpPr/>
          <p:nvPr/>
        </p:nvCxnSpPr>
        <p:spPr>
          <a:xfrm>
            <a:off x="7064375" y="3578225"/>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4523505" y="2959100"/>
            <a:ext cx="863600" cy="655320"/>
          </a:xfrm>
          <a:prstGeom prst="rect">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将客户挑选的商品放入购物车</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48" name="矩形 47"/>
          <p:cNvSpPr/>
          <p:nvPr/>
        </p:nvSpPr>
        <p:spPr>
          <a:xfrm>
            <a:off x="3468370" y="4121150"/>
            <a:ext cx="864235" cy="638175"/>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根据会员</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等级匹配</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优惠方案</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cxnSp>
        <p:nvCxnSpPr>
          <p:cNvPr id="49" name="直接箭头连接符 70"/>
          <p:cNvCxnSpPr/>
          <p:nvPr/>
        </p:nvCxnSpPr>
        <p:spPr>
          <a:xfrm flipV="1">
            <a:off x="3900170" y="3578225"/>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8742445" y="1841500"/>
            <a:ext cx="863600" cy="558165"/>
          </a:xfrm>
          <a:prstGeom prst="rect">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领取</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小票</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51" name="矩形 50"/>
          <p:cNvSpPr/>
          <p:nvPr/>
        </p:nvSpPr>
        <p:spPr>
          <a:xfrm>
            <a:off x="8742445" y="2959100"/>
            <a:ext cx="863600" cy="647700"/>
          </a:xfrm>
          <a:prstGeom prst="rect">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确定</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收款</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52" name="矩形 51"/>
          <p:cNvSpPr/>
          <p:nvPr/>
        </p:nvSpPr>
        <p:spPr>
          <a:xfrm>
            <a:off x="10851915" y="1841500"/>
            <a:ext cx="863600" cy="560705"/>
          </a:xfrm>
          <a:prstGeom prst="rect">
            <a:avLst/>
          </a:prstGeom>
          <a:solidFill>
            <a:srgbClr val="A5C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离店</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cxnSp>
        <p:nvCxnSpPr>
          <p:cNvPr id="54" name="直接箭头连接符 84"/>
          <p:cNvCxnSpPr/>
          <p:nvPr/>
        </p:nvCxnSpPr>
        <p:spPr>
          <a:xfrm flipV="1">
            <a:off x="9192045" y="2411730"/>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3468370" y="5346700"/>
            <a:ext cx="864235" cy="554990"/>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会员资料库</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cxnSp>
        <p:nvCxnSpPr>
          <p:cNvPr id="56" name="直接箭头连接符 61"/>
          <p:cNvCxnSpPr/>
          <p:nvPr/>
        </p:nvCxnSpPr>
        <p:spPr>
          <a:xfrm flipV="1">
            <a:off x="3900488" y="4787900"/>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4523740" y="5346700"/>
            <a:ext cx="864235" cy="554990"/>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商品</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资料库</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cxnSp>
        <p:nvCxnSpPr>
          <p:cNvPr id="58" name="直接箭头连接符 79"/>
          <p:cNvCxnSpPr/>
          <p:nvPr/>
        </p:nvCxnSpPr>
        <p:spPr>
          <a:xfrm flipV="1">
            <a:off x="4955223" y="4787900"/>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6633210" y="5346700"/>
            <a:ext cx="864235" cy="554990"/>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销售</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系统</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cxnSp>
        <p:nvCxnSpPr>
          <p:cNvPr id="66" name="肘形连接符 65"/>
          <p:cNvCxnSpPr>
            <a:stCxn id="65" idx="3"/>
            <a:endCxn id="43" idx="1"/>
          </p:cNvCxnSpPr>
          <p:nvPr/>
        </p:nvCxnSpPr>
        <p:spPr>
          <a:xfrm flipV="1">
            <a:off x="7497445" y="4440555"/>
            <a:ext cx="2299335" cy="1183640"/>
          </a:xfrm>
          <a:prstGeom prst="bentConnector3">
            <a:avLst>
              <a:gd name="adj1" fmla="val 50014"/>
            </a:avLst>
          </a:prstGeom>
          <a:ln w="19050">
            <a:solidFill>
              <a:schemeClr val="bg2">
                <a:lumMod val="10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7" name="直接箭头连接符 89"/>
          <p:cNvCxnSpPr/>
          <p:nvPr/>
        </p:nvCxnSpPr>
        <p:spPr>
          <a:xfrm flipV="1">
            <a:off x="7064693" y="4787900"/>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8" name="直接箭头连接符 90"/>
          <p:cNvCxnSpPr/>
          <p:nvPr/>
        </p:nvCxnSpPr>
        <p:spPr>
          <a:xfrm flipV="1">
            <a:off x="10228662" y="4778375"/>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73" name="矩形 72"/>
          <p:cNvSpPr/>
          <p:nvPr/>
        </p:nvSpPr>
        <p:spPr>
          <a:xfrm>
            <a:off x="5578475" y="5336540"/>
            <a:ext cx="864235" cy="579120"/>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销售</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系统</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cxnSp>
        <p:nvCxnSpPr>
          <p:cNvPr id="74" name="直接箭头连接符 92"/>
          <p:cNvCxnSpPr/>
          <p:nvPr/>
        </p:nvCxnSpPr>
        <p:spPr>
          <a:xfrm flipV="1">
            <a:off x="6009958" y="4787900"/>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75" name="直接箭头连接符 77"/>
          <p:cNvCxnSpPr/>
          <p:nvPr/>
        </p:nvCxnSpPr>
        <p:spPr>
          <a:xfrm flipV="1">
            <a:off x="6027840" y="2411730"/>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76" name="直接箭头连接符 80"/>
          <p:cNvCxnSpPr/>
          <p:nvPr/>
        </p:nvCxnSpPr>
        <p:spPr>
          <a:xfrm flipV="1">
            <a:off x="3918370" y="2411730"/>
            <a:ext cx="0" cy="540000"/>
          </a:xfrm>
          <a:prstGeom prst="straightConnector1">
            <a:avLst/>
          </a:prstGeom>
          <a:ln w="19050">
            <a:solidFill>
              <a:schemeClr val="tx1">
                <a:lumMod val="75000"/>
                <a:lumOff val="2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77" name="矩形 76"/>
          <p:cNvSpPr/>
          <p:nvPr/>
        </p:nvSpPr>
        <p:spPr>
          <a:xfrm>
            <a:off x="4523515" y="1215390"/>
            <a:ext cx="899795" cy="4679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展柜</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78" name="矩形 77"/>
          <p:cNvSpPr/>
          <p:nvPr/>
        </p:nvSpPr>
        <p:spPr>
          <a:xfrm>
            <a:off x="8742455" y="1215390"/>
            <a:ext cx="899795" cy="4679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小票</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79" name="矩形 78"/>
          <p:cNvSpPr/>
          <p:nvPr/>
        </p:nvSpPr>
        <p:spPr>
          <a:xfrm>
            <a:off x="9797190" y="1224280"/>
            <a:ext cx="899795" cy="4495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商品</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80" name="矩形 79"/>
          <p:cNvSpPr/>
          <p:nvPr/>
        </p:nvSpPr>
        <p:spPr>
          <a:xfrm>
            <a:off x="3468575" y="1215390"/>
            <a:ext cx="900000" cy="4679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手机</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81" name="矩形 80"/>
          <p:cNvSpPr/>
          <p:nvPr/>
        </p:nvSpPr>
        <p:spPr>
          <a:xfrm>
            <a:off x="5578250" y="1215390"/>
            <a:ext cx="899795" cy="4679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手机</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82" name="矩形 81"/>
          <p:cNvSpPr/>
          <p:nvPr/>
        </p:nvSpPr>
        <p:spPr>
          <a:xfrm>
            <a:off x="6632985" y="1215390"/>
            <a:ext cx="899795" cy="4679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手机</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83" name="矩形 82"/>
          <p:cNvSpPr/>
          <p:nvPr/>
        </p:nvSpPr>
        <p:spPr>
          <a:xfrm>
            <a:off x="7687720" y="1215390"/>
            <a:ext cx="899795" cy="4679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kern="1200" dirty="0">
                <a:solidFill>
                  <a:schemeClr val="bg1"/>
                </a:solidFill>
                <a:latin typeface="Microsoft YaHei Regular" panose="020B0402040204020203" charset="-122"/>
                <a:ea typeface="Microsoft YaHei Regular" panose="020B0402040204020203" charset="-122"/>
              </a:rPr>
              <a:t>手机</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sp>
        <p:nvSpPr>
          <p:cNvPr id="84" name="矩形 83"/>
          <p:cNvSpPr/>
          <p:nvPr/>
        </p:nvSpPr>
        <p:spPr>
          <a:xfrm>
            <a:off x="9797180" y="2959100"/>
            <a:ext cx="863600" cy="647700"/>
          </a:xfrm>
          <a:prstGeom prst="rect">
            <a:avLst/>
          </a:prstGeom>
          <a:solidFill>
            <a:srgbClr val="B49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828800" hangingPunct="1">
              <a:lnSpc>
                <a:spcPct val="120000"/>
              </a:lnSpc>
            </a:pPr>
            <a:r>
              <a:rPr lang="zh-CN" altLang="en-US" sz="1000" dirty="0">
                <a:solidFill>
                  <a:schemeClr val="bg1"/>
                </a:solidFill>
                <a:latin typeface="Microsoft YaHei Regular" panose="020B0402040204020203" charset="-122"/>
                <a:ea typeface="Microsoft YaHei Regular" panose="020B0402040204020203" charset="-122"/>
                <a:sym typeface="+mn-ea"/>
              </a:rPr>
              <a:t>将商品</a:t>
            </a:r>
            <a:endParaRPr lang="en-US" altLang="zh-CN" sz="1000" kern="1200" dirty="0">
              <a:solidFill>
                <a:schemeClr val="bg1"/>
              </a:solidFill>
              <a:latin typeface="Microsoft YaHei Regular" panose="020B0402040204020203" charset="-122"/>
              <a:ea typeface="Microsoft YaHei Regular" panose="020B0402040204020203" charset="-122"/>
            </a:endParaRPr>
          </a:p>
          <a:p>
            <a:pPr algn="ctr" defTabSz="1828800" hangingPunct="1">
              <a:lnSpc>
                <a:spcPct val="120000"/>
              </a:lnSpc>
            </a:pPr>
            <a:r>
              <a:rPr lang="zh-CN" altLang="en-US" sz="1000" dirty="0">
                <a:solidFill>
                  <a:schemeClr val="bg1"/>
                </a:solidFill>
                <a:latin typeface="Microsoft YaHei Regular" panose="020B0402040204020203" charset="-122"/>
                <a:ea typeface="Microsoft YaHei Regular" panose="020B0402040204020203" charset="-122"/>
                <a:sym typeface="+mn-ea"/>
              </a:rPr>
              <a:t>给到客户</a:t>
            </a:r>
            <a:endParaRPr lang="zh-CN" altLang="en-US" sz="1000" kern="1200" dirty="0">
              <a:solidFill>
                <a:schemeClr val="bg1"/>
              </a:solidFill>
              <a:latin typeface="Microsoft YaHei Regular" panose="020B0402040204020203" charset="-122"/>
              <a:ea typeface="Microsoft YaHei Regular" panose="020B0402040204020203" charset="-122"/>
            </a:endParaRPr>
          </a:p>
        </p:txBody>
      </p:sp>
      <p:cxnSp>
        <p:nvCxnSpPr>
          <p:cNvPr id="92" name="直接连接符 91"/>
          <p:cNvCxnSpPr/>
          <p:nvPr/>
        </p:nvCxnSpPr>
        <p:spPr>
          <a:xfrm>
            <a:off x="2264410" y="5048250"/>
            <a:ext cx="9554845" cy="0"/>
          </a:xfrm>
          <a:prstGeom prst="line">
            <a:avLst/>
          </a:prstGeom>
          <a:ln w="9525">
            <a:solidFill>
              <a:schemeClr val="tx1">
                <a:lumMod val="50000"/>
                <a:lumOff val="50000"/>
              </a:schemeClr>
            </a:solidFill>
            <a:prstDash val="solid"/>
          </a:ln>
        </p:spPr>
        <p:style>
          <a:lnRef idx="2">
            <a:schemeClr val="accent1"/>
          </a:lnRef>
          <a:fillRef idx="0">
            <a:srgbClr val="FFFFFF"/>
          </a:fillRef>
          <a:effectRef idx="0">
            <a:srgbClr val="FFFFFF"/>
          </a:effectRef>
          <a:fontRef idx="minor">
            <a:schemeClr val="tx1"/>
          </a:fontRef>
        </p:style>
      </p:cxnSp>
      <p:sp>
        <p:nvSpPr>
          <p:cNvPr id="93" name="文本框 92"/>
          <p:cNvSpPr txBox="1"/>
          <p:nvPr/>
        </p:nvSpPr>
        <p:spPr>
          <a:xfrm>
            <a:off x="33020" y="4892040"/>
            <a:ext cx="831850" cy="245110"/>
          </a:xfrm>
          <a:prstGeom prst="rect">
            <a:avLst/>
          </a:prstGeom>
          <a:noFill/>
        </p:spPr>
        <p:txBody>
          <a:bodyPr wrap="square" rtlCol="0">
            <a:spAutoFit/>
          </a:bodyPr>
          <a:p>
            <a:pPr algn="r"/>
            <a:r>
              <a:rPr lang="zh-CN" altLang="en-US" sz="1000">
                <a:solidFill>
                  <a:schemeClr val="tx1">
                    <a:lumMod val="50000"/>
                    <a:lumOff val="50000"/>
                  </a:schemeClr>
                </a:solidFill>
                <a:latin typeface="Microsoft YaHei Regular" panose="020B0402040204020203" charset="-122"/>
                <a:ea typeface="Microsoft YaHei Regular" panose="020B0402040204020203" charset="-122"/>
              </a:rPr>
              <a:t>内部</a:t>
            </a:r>
            <a:r>
              <a:rPr lang="zh-CN" altLang="en-US" sz="1000">
                <a:solidFill>
                  <a:schemeClr val="tx1">
                    <a:lumMod val="50000"/>
                    <a:lumOff val="50000"/>
                  </a:schemeClr>
                </a:solidFill>
                <a:latin typeface="Microsoft YaHei Regular" panose="020B0402040204020203" charset="-122"/>
                <a:ea typeface="Microsoft YaHei Regular" panose="020B0402040204020203" charset="-122"/>
              </a:rPr>
              <a:t>互动线</a:t>
            </a:r>
            <a:endParaRPr lang="zh-CN" altLang="en-US" sz="1000">
              <a:solidFill>
                <a:schemeClr val="tx1">
                  <a:lumMod val="50000"/>
                  <a:lumOff val="50000"/>
                </a:schemeClr>
              </a:solidFill>
              <a:latin typeface="Microsoft YaHei Regular" panose="020B0402040204020203" charset="-122"/>
              <a:ea typeface="Microsoft YaHei Regular" panose="020B0402040204020203"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1823</Words>
  <Application>WPS 表格</Application>
  <PresentationFormat>宽屏</PresentationFormat>
  <Paragraphs>359</Paragraphs>
  <Slides>16</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16</vt:i4>
      </vt:variant>
    </vt:vector>
  </HeadingPairs>
  <TitlesOfParts>
    <vt:vector size="35" baseType="lpstr">
      <vt:lpstr>Arial</vt:lpstr>
      <vt:lpstr>宋体</vt:lpstr>
      <vt:lpstr>Wingdings</vt:lpstr>
      <vt:lpstr>微软雅黑</vt:lpstr>
      <vt:lpstr>Helvetica Light</vt:lpstr>
      <vt:lpstr>Microsoft YaHei</vt:lpstr>
      <vt:lpstr>Microsoft YaHei Light</vt:lpstr>
      <vt:lpstr>Microsoft YaHei Bold</vt:lpstr>
      <vt:lpstr>Helvetica Neue</vt:lpstr>
      <vt:lpstr>汉仪书宋二KW</vt:lpstr>
      <vt:lpstr>Helvetica Neue</vt:lpstr>
      <vt:lpstr>Helvetica Neue Medium</vt:lpstr>
      <vt:lpstr>Microsoft YaHei Regular</vt:lpstr>
      <vt:lpstr>Arial</vt:lpstr>
      <vt:lpstr>宋体</vt:lpstr>
      <vt:lpstr>Arial Unicode MS</vt:lpstr>
      <vt:lpstr>等线</vt:lpstr>
      <vt:lpstr>汉仪中等线KW</vt:lpstr>
      <vt:lpstr>1_Office 主题​​</vt:lpstr>
      <vt:lpstr>设计思维案例编写模板</vt:lpstr>
      <vt:lpstr>一、项目背景与业务挑战</vt:lpstr>
      <vt:lpstr>二、设计思维流程记录：目标用户洞察</vt:lpstr>
      <vt:lpstr>二、设计思维流程记录：定义问题</vt:lpstr>
      <vt:lpstr>二、设计思维流程记录：创意发散</vt:lpstr>
      <vt:lpstr>二、设计思维流程记录：测试验证（可选）</vt:lpstr>
      <vt:lpstr>三、体验亮点与愉悦细节</vt:lpstr>
      <vt:lpstr>四、最终成效与业务价值</vt:lpstr>
      <vt:lpstr>五、方法沉淀与复用建议</vt:lpstr>
      <vt:lpstr>PowerPoint 演示文稿</vt:lpstr>
      <vt:lpstr>目标用户洞察：XXX用户画像</vt:lpstr>
      <vt:lpstr>目标用户洞察：用户画像名称的体验旅程图</vt:lpstr>
      <vt:lpstr>目标用户洞察：xxx服务蓝图</vt:lpstr>
      <vt:lpstr>目标用户洞察：微门店服务蓝图（示例）</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金蝶用户体验</cp:lastModifiedBy>
  <cp:revision>516</cp:revision>
  <dcterms:created xsi:type="dcterms:W3CDTF">2025-09-01T05:56:17Z</dcterms:created>
  <dcterms:modified xsi:type="dcterms:W3CDTF">2025-09-01T05:56:17Z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2052-6.14.0.8924</vt:lpwstr>
  </property>
</Properties>
</file>