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5" r:id="rId1"/>
  </p:sldMasterIdLst>
  <p:notesMasterIdLst>
    <p:notesMasterId r:id="rId13"/>
  </p:notesMasterIdLst>
  <p:handoutMasterIdLst>
    <p:handoutMasterId r:id="rId14"/>
  </p:handoutMasterIdLst>
  <p:sldIdLst>
    <p:sldId id="1726328028" r:id="rId2"/>
    <p:sldId id="1726328029" r:id="rId3"/>
    <p:sldId id="1726327933" r:id="rId4"/>
    <p:sldId id="1726328187" r:id="rId5"/>
    <p:sldId id="1726328185" r:id="rId6"/>
    <p:sldId id="1726328190" r:id="rId7"/>
    <p:sldId id="1726328191" r:id="rId8"/>
    <p:sldId id="1726328193" r:id="rId9"/>
    <p:sldId id="1726328189" r:id="rId10"/>
    <p:sldId id="1726327939" r:id="rId11"/>
    <p:sldId id="1726328031" r:id="rId12"/>
  </p:sldIdLst>
  <p:sldSz cx="12192000" cy="6858000"/>
  <p:notesSz cx="6858000" cy="9144000"/>
  <p:embeddedFontLst>
    <p:embeddedFont>
      <p:font typeface="微软雅黑" panose="020B0503020204020204" pitchFamily="34" charset="-122"/>
      <p:regular r:id="rId15"/>
      <p:bold r:id="rId16"/>
    </p:embeddedFont>
    <p:embeddedFont>
      <p:font typeface="微软雅黑" panose="020B0503020204020204" pitchFamily="34" charset="-122"/>
      <p:regular r:id="rId15"/>
      <p:bold r:id="rId1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726328028"/>
            <p14:sldId id="1726328029"/>
            <p14:sldId id="1726327933"/>
            <p14:sldId id="1726328187"/>
            <p14:sldId id="1726328185"/>
            <p14:sldId id="1726328190"/>
            <p14:sldId id="1726328191"/>
            <p14:sldId id="1726328193"/>
            <p14:sldId id="1726328189"/>
            <p14:sldId id="1726327939"/>
            <p14:sldId id="17263280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02" userDrawn="1">
          <p15:clr>
            <a:srgbClr val="A4A3A4"/>
          </p15:clr>
        </p15:guide>
        <p15:guide id="4" pos="7514"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A70EB"/>
    <a:srgbClr val="D9E1F7"/>
    <a:srgbClr val="DFE8FB"/>
    <a:srgbClr val="00CDFF"/>
    <a:srgbClr val="2970EB"/>
    <a:srgbClr val="A16EFF"/>
    <a:srgbClr val="08C8C8"/>
    <a:srgbClr val="22AAFE"/>
    <a:srgbClr val="2287F5"/>
    <a:srgbClr val="00B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3C2611-4C71-4FC5-86AE-919BDF0F9419}" styleName="">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4"/>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4"/>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39"/>
    <p:restoredTop sz="97013"/>
  </p:normalViewPr>
  <p:slideViewPr>
    <p:cSldViewPr snapToGrid="0" snapToObjects="1">
      <p:cViewPr varScale="1">
        <p:scale>
          <a:sx n="93" d="100"/>
          <a:sy n="93" d="100"/>
        </p:scale>
        <p:origin x="524" y="60"/>
      </p:cViewPr>
      <p:guideLst>
        <p:guide orient="horz" pos="2160"/>
        <p:guide pos="3840"/>
        <p:guide pos="302"/>
        <p:guide pos="7514"/>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110" d="100"/>
          <a:sy n="110" d="100"/>
        </p:scale>
        <p:origin x="4632"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DC8B9-9F7B-933D-0D18-EDEDD8C48F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4E00E99A-9B45-17EB-A7E9-3F35FCD561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503020204020204" pitchFamily="34" charset="-122"/>
                <a:ea typeface="Microsoft YaHei" panose="020B0503020204020204" pitchFamily="34" charset="-122"/>
              </a:rPr>
              <a:t>2025/10/14</a:t>
            </a:fld>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6B9507DB-2FE3-DDA6-DCB5-084717FC9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B254F7B1-091B-5B31-0898-7C933BA81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759320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ECA5D1CA-E7AD-0541-B262-65F1E0DA9722}" type="datetimeFigureOut">
              <a:rPr kumimoji="1" lang="zh-CN" altLang="en-US" smtClean="0"/>
              <a:pPr/>
              <a:t>2025/10/14</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7D740BD7-1B7C-F34E-AE28-38FEB5E5D81B}" type="slidenum">
              <a:rPr kumimoji="1" lang="zh-CN" altLang="en-US" smtClean="0"/>
              <a:pPr/>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   始创于</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1993</a:t>
            </a:r>
            <a:endPar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353807" y="6407858"/>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lang="zh-CN" altLang="zh-CN" sz="1000" b="0" i="0" dirty="0">
                <a:solidFill>
                  <a:schemeClr val="accent1">
                    <a:lumMod val="75000"/>
                  </a:schemeClr>
                </a:solidFill>
                <a:latin typeface="Microsoft YaHei" panose="020B0503020204020204" pitchFamily="34" charset="-122"/>
                <a:ea typeface="Microsoft YaHei" panose="020B0503020204020204" pitchFamily="34" charset="-122"/>
              </a:rPr>
              <a:t>①</a:t>
            </a:r>
            <a:r>
              <a:rPr lang="zh-CN" altLang="en-US" sz="1000" b="0" i="0" dirty="0">
                <a:solidFill>
                  <a:schemeClr val="accent1">
                    <a:lumMod val="75000"/>
                  </a:schemeClr>
                </a:solidFill>
                <a:latin typeface="Microsoft YaHei" panose="020B0503020204020204" pitchFamily="34" charset="-122"/>
                <a:ea typeface="Microsoft YaHei" panose="020B0503020204020204" pitchFamily="34" charset="-122"/>
              </a:rPr>
              <a:t> </a:t>
            </a:r>
            <a:r>
              <a:rPr lang="zh-CN" altLang="zh-CN" sz="900" b="0" i="0" dirty="0">
                <a:solidFill>
                  <a:schemeClr val="accent1">
                    <a:lumMod val="75000"/>
                  </a:schemeClr>
                </a:solidFill>
                <a:latin typeface="Microsoft YaHei" panose="020B0503020204020204" pitchFamily="34" charset="-122"/>
                <a:ea typeface="Microsoft YaHei" panose="020B0503020204020204" pitchFamily="3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pic>
        <p:nvPicPr>
          <p:cNvPr id="2" name="图片 1">
            <a:extLst>
              <a:ext uri="{FF2B5EF4-FFF2-40B4-BE49-F238E27FC236}">
                <a16:creationId xmlns:a16="http://schemas.microsoft.com/office/drawing/2014/main" id="{CF84CE37-72BB-D9D2-AA21-DCEB3930FC1C}"/>
              </a:ext>
            </a:extLst>
          </p:cNvPr>
          <p:cNvPicPr>
            <a:picLocks noChangeAspect="1"/>
          </p:cNvPicPr>
          <p:nvPr userDrawn="1"/>
        </p:nvPicPr>
        <p:blipFill>
          <a:blip r:embed="rId3"/>
          <a:stretch>
            <a:fillRect/>
          </a:stretch>
        </p:blipFill>
        <p:spPr>
          <a:xfrm>
            <a:off x="1" y="0"/>
            <a:ext cx="2093976" cy="1177862"/>
          </a:xfrm>
          <a:prstGeom prst="rect">
            <a:avLst/>
          </a:prstGeom>
        </p:spPr>
      </p:pic>
    </p:spTree>
    <p:extLst>
      <p:ext uri="{BB962C8B-B14F-4D97-AF65-F5344CB8AC3E}">
        <p14:creationId xmlns:p14="http://schemas.microsoft.com/office/powerpoint/2010/main" val="937952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2B27BDD3-BA6F-61B2-1AE3-2627D8D62753}"/>
              </a:ext>
            </a:extLst>
          </p:cNvPr>
          <p:cNvPicPr>
            <a:picLocks noChangeAspect="1"/>
          </p:cNvPicPr>
          <p:nvPr userDrawn="1"/>
        </p:nvPicPr>
        <p:blipFill rotWithShape="1">
          <a:blip r:embed="rId2">
            <a:alphaModFix amt="40000"/>
          </a:blip>
          <a:srcRect l="2826" r="2996" b="5822"/>
          <a:stretch/>
        </p:blipFill>
        <p:spPr>
          <a:xfrm>
            <a:off x="2960" y="0"/>
            <a:ext cx="12186080" cy="6858000"/>
          </a:xfrm>
          <a:prstGeom prst="rect">
            <a:avLst/>
          </a:prstGeom>
        </p:spPr>
      </p:pic>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lang="zh-CN" altLang="en-US" dirty="0"/>
              <a:t> </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lang="zh-CN" altLang="en-US" dirty="0"/>
              <a:t> </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lang="zh-CN" altLang="en-US" dirty="0"/>
              <a:t> </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2" name="图片 1">
            <a:extLst>
              <a:ext uri="{FF2B5EF4-FFF2-40B4-BE49-F238E27FC236}">
                <a16:creationId xmlns:a16="http://schemas.microsoft.com/office/drawing/2014/main" id="{2F422CA2-FC8E-3459-ECF3-B1E815E4BAF0}"/>
              </a:ext>
            </a:extLst>
          </p:cNvPr>
          <p:cNvPicPr>
            <a:picLocks noChangeAspect="1"/>
          </p:cNvPicPr>
          <p:nvPr userDrawn="1"/>
        </p:nvPicPr>
        <p:blipFill rotWithShape="1">
          <a:blip r:embed="rId3"/>
          <a:srcRect l="5988" t="19235" r="10455" b="18199"/>
          <a:stretch/>
        </p:blipFill>
        <p:spPr>
          <a:xfrm>
            <a:off x="11201401" y="171073"/>
            <a:ext cx="776376" cy="410795"/>
          </a:xfrm>
          <a:prstGeom prst="rect">
            <a:avLst/>
          </a:prstGeom>
        </p:spPr>
      </p:pic>
      <p:sp>
        <p:nvSpPr>
          <p:cNvPr id="7" name="Text Box 2">
            <a:extLst>
              <a:ext uri="{FF2B5EF4-FFF2-40B4-BE49-F238E27FC236}">
                <a16:creationId xmlns:a16="http://schemas.microsoft.com/office/drawing/2014/main" id="{D9730847-B937-EAD8-E4E4-E82DEDBE881F}"/>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t> </a:t>
            </a:r>
            <a:r>
              <a:rPr lang="zh-CN" altLang="en-US" sz="950" kern="1200" dirty="0">
                <a:solidFill>
                  <a:schemeClr val="bg1">
                    <a:lumMod val="50000"/>
                  </a:schemeClr>
                </a:solidFill>
                <a:latin typeface="微软雅黑" panose="020B0503020204020204" charset="-122"/>
                <a:ea typeface="微软雅黑" panose="020B0503020204020204" charset="-122"/>
              </a:rPr>
              <a:t>① </a:t>
            </a:r>
            <a:r>
              <a:rPr lang="zh-CN" altLang="en-US" sz="930" kern="1200" dirty="0">
                <a:solidFill>
                  <a:schemeClr val="bg1">
                    <a:lumMod val="50000"/>
                  </a:schemeClr>
                </a:solidFill>
                <a:latin typeface="微软雅黑" panose="020B0503020204020204" charset="-122"/>
                <a:ea typeface="微软雅黑" panose="020B0503020204020204" charset="-122"/>
              </a:rPr>
              <a:t>绝密信息 严禁泄露</a:t>
            </a:r>
            <a:endParaRPr sz="930" dirty="0"/>
          </a:p>
        </p:txBody>
      </p:sp>
      <p:sp>
        <p:nvSpPr>
          <p:cNvPr id="8" name="Text Box 5">
            <a:extLst>
              <a:ext uri="{FF2B5EF4-FFF2-40B4-BE49-F238E27FC236}">
                <a16:creationId xmlns:a16="http://schemas.microsoft.com/office/drawing/2014/main" id="{B8CAD5A2-A789-7320-51C4-2BB4742BF0AC}"/>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168939536"/>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4FF5BBB4-07AA-A638-B64E-8CE3EB5876C9}"/>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1BBB1078-2A39-A3A1-4710-6C64D67EB54C}"/>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4" name="Text Box 2">
            <a:extLst>
              <a:ext uri="{FF2B5EF4-FFF2-40B4-BE49-F238E27FC236}">
                <a16:creationId xmlns:a16="http://schemas.microsoft.com/office/drawing/2014/main" id="{EA677B41-1E7C-B9B6-AE5D-D498534C1050}"/>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t> </a:t>
            </a:r>
            <a:r>
              <a:rPr lang="zh-CN" altLang="en-US" sz="950" kern="1200" dirty="0">
                <a:solidFill>
                  <a:schemeClr val="bg1">
                    <a:lumMod val="50000"/>
                  </a:schemeClr>
                </a:solidFill>
                <a:latin typeface="微软雅黑" panose="020B0503020204020204" charset="-122"/>
                <a:ea typeface="微软雅黑" panose="020B0503020204020204" charset="-122"/>
              </a:rPr>
              <a:t>① </a:t>
            </a:r>
            <a:r>
              <a:rPr lang="zh-CN" altLang="en-US" sz="930" kern="1200" dirty="0">
                <a:solidFill>
                  <a:schemeClr val="bg1">
                    <a:lumMod val="50000"/>
                  </a:schemeClr>
                </a:solidFill>
                <a:latin typeface="微软雅黑" panose="020B0503020204020204" charset="-122"/>
                <a:ea typeface="微软雅黑" panose="020B0503020204020204" charset="-122"/>
              </a:rPr>
              <a:t>绝密信息 严禁泄露</a:t>
            </a:r>
            <a:endParaRPr sz="930" dirty="0"/>
          </a:p>
        </p:txBody>
      </p:sp>
    </p:spTree>
    <p:extLst>
      <p:ext uri="{BB962C8B-B14F-4D97-AF65-F5344CB8AC3E}">
        <p14:creationId xmlns:p14="http://schemas.microsoft.com/office/powerpoint/2010/main" val="3694233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kumimoji="1" lang="zh-CN" altLang="en-US" dirty="0"/>
              <a:t>副标题，微软雅黑粗体</a:t>
            </a:r>
            <a:r>
              <a:rPr kumimoji="1" lang="en-US" altLang="zh-CN" dirty="0"/>
              <a:t>16</a:t>
            </a:r>
            <a:r>
              <a:rPr kumimoji="1" lang="zh-CN" altLang="en-US" dirty="0"/>
              <a:t>磅，标题无须标点符号结尾（可删除）</a:t>
            </a:r>
          </a:p>
          <a:p>
            <a:pPr lvl="0"/>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60E252B1-3402-330F-24F1-A459717B61BE}"/>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81BB7018-160B-ADE2-CFAD-E4DBE78AECFD}"/>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5" name="Text Box 2">
            <a:extLst>
              <a:ext uri="{FF2B5EF4-FFF2-40B4-BE49-F238E27FC236}">
                <a16:creationId xmlns:a16="http://schemas.microsoft.com/office/drawing/2014/main" id="{336748CB-8C81-A8FC-D21E-767AA69CD5CC}"/>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solidFill>
                  <a:schemeClr val="bg1"/>
                </a:solidFill>
              </a:rPr>
              <a:t> </a:t>
            </a:r>
            <a:r>
              <a:rPr lang="zh-CN" altLang="en-US" sz="950" kern="1200" dirty="0">
                <a:solidFill>
                  <a:schemeClr val="bg1"/>
                </a:solidFill>
                <a:latin typeface="微软雅黑" panose="020B0503020204020204" charset="-122"/>
                <a:ea typeface="微软雅黑" panose="020B0503020204020204" charset="-122"/>
              </a:rPr>
              <a:t>① </a:t>
            </a:r>
            <a:r>
              <a:rPr lang="zh-CN" altLang="en-US" sz="930" kern="1200" dirty="0">
                <a:solidFill>
                  <a:schemeClr val="bg1"/>
                </a:solidFill>
                <a:latin typeface="微软雅黑" panose="020B0503020204020204" charset="-122"/>
                <a:ea typeface="微软雅黑" panose="020B0503020204020204" charset="-122"/>
              </a:rPr>
              <a:t>绝密信息 严禁泄露</a:t>
            </a:r>
            <a:endParaRPr sz="930" dirty="0">
              <a:solidFill>
                <a:schemeClr val="bg1"/>
              </a:solidFill>
            </a:endParaRPr>
          </a:p>
        </p:txBody>
      </p:sp>
    </p:spTree>
    <p:extLst>
      <p:ext uri="{BB962C8B-B14F-4D97-AF65-F5344CB8AC3E}">
        <p14:creationId xmlns:p14="http://schemas.microsoft.com/office/powerpoint/2010/main" val="29511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a:extLst>
              <a:ext uri="{FF2B5EF4-FFF2-40B4-BE49-F238E27FC236}">
                <a16:creationId xmlns:a16="http://schemas.microsoft.com/office/drawing/2014/main" id="{359698A5-5417-9D32-F40C-999FA21CD55E}"/>
              </a:ext>
            </a:extLst>
          </p:cNvPr>
          <p:cNvSpPr>
            <a:spLocks noGrp="1"/>
          </p:cNvSpPr>
          <p:nvPr>
            <p:ph type="body" sz="quarter" idx="17" hasCustomPrompt="1"/>
          </p:nvPr>
        </p:nvSpPr>
        <p:spPr>
          <a:xfrm>
            <a:off x="472055" y="3315219"/>
            <a:ext cx="4724718" cy="1207085"/>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0" name="矩形 9">
            <a:extLst>
              <a:ext uri="{FF2B5EF4-FFF2-40B4-BE49-F238E27FC236}">
                <a16:creationId xmlns:a16="http://schemas.microsoft.com/office/drawing/2014/main" id="{772A5AA7-64BB-7E93-DA0D-B6C45B8FD098}"/>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F0072470-E251-535F-DDEB-EA618F611393}"/>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7" name="Text Box 5">
            <a:extLst>
              <a:ext uri="{FF2B5EF4-FFF2-40B4-BE49-F238E27FC236}">
                <a16:creationId xmlns:a16="http://schemas.microsoft.com/office/drawing/2014/main" id="{ECD5D1DB-E964-6EFB-213F-CEF25C8CE4B4}"/>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0666124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81" userDrawn="1">
          <p15:clr>
            <a:srgbClr val="FBAE40"/>
          </p15:clr>
        </p15:guide>
        <p15:guide id="3"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小节页">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29DB6B00-7516-96C6-B576-AAC2B10A73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8" name="矩形 7">
            <a:extLst>
              <a:ext uri="{FF2B5EF4-FFF2-40B4-BE49-F238E27FC236}">
                <a16:creationId xmlns:a16="http://schemas.microsoft.com/office/drawing/2014/main" id="{D5B2680C-0031-8C42-F0C5-3BBC0DF04D96}"/>
              </a:ext>
            </a:extLst>
          </p:cNvPr>
          <p:cNvSpPr/>
          <p:nvPr userDrawn="1"/>
        </p:nvSpPr>
        <p:spPr>
          <a:xfrm>
            <a:off x="447261" y="2118984"/>
            <a:ext cx="11290852" cy="41416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5F31352-F260-883A-C012-F73F2A7233CF}"/>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25" name="文本占位符 3">
            <a:extLst>
              <a:ext uri="{FF2B5EF4-FFF2-40B4-BE49-F238E27FC236}">
                <a16:creationId xmlns:a16="http://schemas.microsoft.com/office/drawing/2014/main" id="{8467E006-35E0-3467-E755-9150A3028A97}"/>
              </a:ext>
            </a:extLst>
          </p:cNvPr>
          <p:cNvSpPr>
            <a:spLocks noGrp="1"/>
          </p:cNvSpPr>
          <p:nvPr>
            <p:ph type="body" sz="quarter" idx="16" hasCustomPrompt="1"/>
          </p:nvPr>
        </p:nvSpPr>
        <p:spPr>
          <a:xfrm>
            <a:off x="1289021" y="2833630"/>
            <a:ext cx="9607332" cy="2533500"/>
          </a:xfrm>
          <a:prstGeom prst="rect">
            <a:avLst/>
          </a:prstGeom>
        </p:spPr>
        <p:txBody>
          <a:bodyPr anchor="ctr"/>
          <a:lstStyle>
            <a:lvl1pPr marL="0" indent="0" algn="ctr">
              <a:lnSpc>
                <a:spcPct val="120000"/>
              </a:lnSpc>
              <a:spcBef>
                <a:spcPts val="0"/>
              </a:spcBef>
              <a:buNone/>
              <a:defRPr sz="3600" b="1" i="0">
                <a:solidFill>
                  <a:srgbClr val="1771EB"/>
                </a:solidFill>
                <a:latin typeface="Microsoft YaHei" panose="020B0503020204020204" pitchFamily="34" charset="-122"/>
                <a:ea typeface="Microsoft YaHei" panose="020B0503020204020204" pitchFamily="34" charset="-122"/>
              </a:defRPr>
            </a:lvl1pPr>
            <a:lvl3pPr marL="634967" indent="0">
              <a:buNone/>
              <a:defRPr/>
            </a:lvl3pPr>
          </a:lstStyle>
          <a:p>
            <a:pPr lvl="0"/>
            <a:r>
              <a:rPr kumimoji="1" lang="en-US" altLang="zh-CN" dirty="0"/>
              <a:t>1-1.</a:t>
            </a:r>
            <a:r>
              <a:rPr kumimoji="1" lang="zh-CN" altLang="en-US" dirty="0"/>
              <a:t>单击此处编辑小节标题文本</a:t>
            </a:r>
          </a:p>
        </p:txBody>
      </p:sp>
      <p:sp>
        <p:nvSpPr>
          <p:cNvPr id="4" name="标题占位符 1">
            <a:extLst>
              <a:ext uri="{FF2B5EF4-FFF2-40B4-BE49-F238E27FC236}">
                <a16:creationId xmlns:a16="http://schemas.microsoft.com/office/drawing/2014/main" id="{DDAF123E-9A61-C735-9526-F6FCFC6ED4E5}"/>
              </a:ext>
            </a:extLst>
          </p:cNvPr>
          <p:cNvSpPr>
            <a:spLocks noGrp="1"/>
          </p:cNvSpPr>
          <p:nvPr>
            <p:ph type="title" hasCustomPrompt="1"/>
          </p:nvPr>
        </p:nvSpPr>
        <p:spPr>
          <a:xfrm>
            <a:off x="472055" y="250663"/>
            <a:ext cx="6207041"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单击此处编辑章节标题文本，标题</a:t>
            </a:r>
            <a:r>
              <a:rPr kumimoji="1" lang="en-US" altLang="zh-CN" dirty="0"/>
              <a:t>24</a:t>
            </a:r>
            <a:r>
              <a:rPr kumimoji="1" lang="zh-CN" altLang="en-US" dirty="0"/>
              <a:t>磅</a:t>
            </a:r>
          </a:p>
        </p:txBody>
      </p:sp>
      <p:sp>
        <p:nvSpPr>
          <p:cNvPr id="6" name="Text Box 5">
            <a:extLst>
              <a:ext uri="{FF2B5EF4-FFF2-40B4-BE49-F238E27FC236}">
                <a16:creationId xmlns:a16="http://schemas.microsoft.com/office/drawing/2014/main" id="{69350658-97AE-6F99-D8A7-8ED0E86C8E7E}"/>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5" name="Text Box 2">
            <a:extLst>
              <a:ext uri="{FF2B5EF4-FFF2-40B4-BE49-F238E27FC236}">
                <a16:creationId xmlns:a16="http://schemas.microsoft.com/office/drawing/2014/main" id="{E0A021B5-3D28-32B5-08B2-2111B8B136D7}"/>
              </a:ext>
            </a:extLst>
          </p:cNvPr>
          <p:cNvSpPr txBox="1"/>
          <p:nvPr userDrawn="1"/>
        </p:nvSpPr>
        <p:spPr>
          <a:xfrm>
            <a:off x="10382695"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lang="zh-CN" altLang="en-US" sz="950" dirty="0">
                <a:solidFill>
                  <a:schemeClr val="bg1"/>
                </a:solidFill>
              </a:rPr>
              <a:t> </a:t>
            </a:r>
            <a:r>
              <a:rPr lang="zh-CN" altLang="en-US" sz="950" kern="1200" dirty="0">
                <a:solidFill>
                  <a:schemeClr val="bg1"/>
                </a:solidFill>
                <a:latin typeface="微软雅黑" panose="020B0503020204020204" charset="-122"/>
                <a:ea typeface="微软雅黑" panose="020B0503020204020204" charset="-122"/>
              </a:rPr>
              <a:t>① </a:t>
            </a:r>
            <a:r>
              <a:rPr lang="zh-CN" altLang="en-US" sz="930" kern="1200" dirty="0">
                <a:solidFill>
                  <a:schemeClr val="bg1"/>
                </a:solidFill>
                <a:latin typeface="微软雅黑" panose="020B0503020204020204" charset="-122"/>
                <a:ea typeface="微软雅黑" panose="020B0503020204020204" charset="-122"/>
              </a:rPr>
              <a:t>绝密信息 严禁泄露</a:t>
            </a:r>
            <a:endParaRPr sz="930" dirty="0">
              <a:solidFill>
                <a:schemeClr val="bg1"/>
              </a:solidFill>
            </a:endParaRPr>
          </a:p>
        </p:txBody>
      </p:sp>
    </p:spTree>
    <p:extLst>
      <p:ext uri="{BB962C8B-B14F-4D97-AF65-F5344CB8AC3E}">
        <p14:creationId xmlns:p14="http://schemas.microsoft.com/office/powerpoint/2010/main" val="9953837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sp>
        <p:nvSpPr>
          <p:cNvPr id="7" name="标题占位符 1">
            <a:extLst>
              <a:ext uri="{FF2B5EF4-FFF2-40B4-BE49-F238E27FC236}">
                <a16:creationId xmlns:a16="http://schemas.microsoft.com/office/drawing/2014/main" id="{F109FB53-771C-F189-F61D-48511CADBF69}"/>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3BBD89FF-FA37-0AF3-B68F-463DC689CE8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51C29D90-EDE8-D8E0-91DB-02C2FCA69B94}"/>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5F31352-F260-883A-C012-F73F2A7233CF}"/>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E0C1A9F5-86E2-87FB-C6E3-5BFDBAA17F46}"/>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2279197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10" name="标题占位符 1">
            <a:extLst>
              <a:ext uri="{FF2B5EF4-FFF2-40B4-BE49-F238E27FC236}">
                <a16:creationId xmlns:a16="http://schemas.microsoft.com/office/drawing/2014/main" id="{97956506-139E-D5F6-9823-AE28F6377940}"/>
              </a:ext>
            </a:extLst>
          </p:cNvPr>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939B6773-94A2-8D5C-BD3E-C6F20D649E86}"/>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F93E295B-5738-7A72-D1BB-964962FC748D}"/>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B89CB6C4-E650-68F6-4BB6-C1067344B6DB}"/>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769FBA0B-A1EE-3632-F940-C2182B170003}"/>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342018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9" name="标题占位符 1">
            <a:extLst>
              <a:ext uri="{FF2B5EF4-FFF2-40B4-BE49-F238E27FC236}">
                <a16:creationId xmlns:a16="http://schemas.microsoft.com/office/drawing/2014/main" id="{58FC437B-5AF3-80CA-048B-54A08081287D}"/>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FD2F612C-7B0B-50BF-905A-506E892598B0}"/>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75CFA9B9-66DC-AEB6-A847-42A0C5CD9B8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2E5C9B3C-5C62-54A0-F2E0-AA39F4EF8C7A}"/>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038C4143-A6BB-A0FE-3A5E-6D9AB710EE38}"/>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5982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sp>
        <p:nvSpPr>
          <p:cNvPr id="11" name="标题占位符 1">
            <a:extLst>
              <a:ext uri="{FF2B5EF4-FFF2-40B4-BE49-F238E27FC236}">
                <a16:creationId xmlns:a16="http://schemas.microsoft.com/office/drawing/2014/main" id="{808AC489-1559-3A62-2339-621E0A0C06D1}"/>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a:extLst>
              <a:ext uri="{FF2B5EF4-FFF2-40B4-BE49-F238E27FC236}">
                <a16:creationId xmlns:a16="http://schemas.microsoft.com/office/drawing/2014/main" id="{1A2190C7-E2D4-B6B0-A739-2B6997732C23}"/>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DC9398BE-B640-C727-E15D-3C470F22D4AA}"/>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385F1399-D0AE-65A9-8D25-A90FE8746F7A}"/>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1815E1E7-D785-4179-7480-714C8017AD6C}"/>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19735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10" name="标题占位符 1">
            <a:extLst>
              <a:ext uri="{FF2B5EF4-FFF2-40B4-BE49-F238E27FC236}">
                <a16:creationId xmlns:a16="http://schemas.microsoft.com/office/drawing/2014/main" id="{1C24873E-AC96-10A3-6A7F-5616E3263452}"/>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2790DCCA-BE24-D1EA-892E-05367AA32B1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B18FE9BA-FF4A-268B-0AA8-C6146E8EDA7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39CC2704-4E58-C36E-A445-A9ACE8450977}"/>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D8284BB3-0807-CA2E-6974-267118010626}"/>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3209281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9" name="标题占位符 1">
            <a:extLst>
              <a:ext uri="{FF2B5EF4-FFF2-40B4-BE49-F238E27FC236}">
                <a16:creationId xmlns:a16="http://schemas.microsoft.com/office/drawing/2014/main" id="{B8761F26-48D4-3837-686D-6B104DC7ACA8}"/>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68A34454-048E-5637-A32B-77670A0734BC}"/>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86F437F8-81DA-5382-380C-F5255E3B70AF}"/>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E2EE4AA5-1294-5750-7233-06187CBF4221}"/>
              </a:ext>
            </a:extLst>
          </p:cNvPr>
          <p:cNvPicPr>
            <a:picLocks noChangeAspect="1"/>
          </p:cNvPicPr>
          <p:nvPr userDrawn="1"/>
        </p:nvPicPr>
        <p:blipFill rotWithShape="1">
          <a:blip r:embed="rId3">
            <a:biLevel thresh="25000"/>
          </a:blip>
          <a:srcRect l="5988" t="19235" r="10455" b="18199"/>
          <a:stretch/>
        </p:blipFill>
        <p:spPr>
          <a:xfrm>
            <a:off x="11201401" y="171073"/>
            <a:ext cx="776376" cy="410795"/>
          </a:xfrm>
          <a:prstGeom prst="rect">
            <a:avLst/>
          </a:prstGeom>
        </p:spPr>
      </p:pic>
      <p:sp>
        <p:nvSpPr>
          <p:cNvPr id="5" name="Text Box 5">
            <a:extLst>
              <a:ext uri="{FF2B5EF4-FFF2-40B4-BE49-F238E27FC236}">
                <a16:creationId xmlns:a16="http://schemas.microsoft.com/office/drawing/2014/main" id="{127C9BCE-D2FD-D856-F03F-AB57E2F8A709}"/>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480783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a:extLst>
              <a:ext uri="{FF2B5EF4-FFF2-40B4-BE49-F238E27FC236}">
                <a16:creationId xmlns:a16="http://schemas.microsoft.com/office/drawing/2014/main" id="{B853A798-207D-94B0-5A34-9382B21550D6}"/>
              </a:ext>
            </a:extLst>
          </p:cNvPr>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Microsoft YaHei" panose="020B0503020204020204" pitchFamily="34" charset="-122"/>
            </a:endParaRPr>
          </a:p>
        </p:txBody>
      </p:sp>
      <p:sp>
        <p:nvSpPr>
          <p:cNvPr id="22" name="图片占位符 7">
            <a:extLst>
              <a:ext uri="{FF2B5EF4-FFF2-40B4-BE49-F238E27FC236}">
                <a16:creationId xmlns:a16="http://schemas.microsoft.com/office/drawing/2014/main" id="{D0C90E13-0A90-DF0B-F944-3AA666A21A71}"/>
              </a:ext>
            </a:extLst>
          </p:cNvPr>
          <p:cNvSpPr>
            <a:spLocks noGrp="1"/>
          </p:cNvSpPr>
          <p:nvPr>
            <p:ph type="pic" sz="quarter" idx="10" hasCustomPrompt="1"/>
          </p:nvPr>
        </p:nvSpPr>
        <p:spPr>
          <a:xfrm>
            <a:off x="4374606"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a:extLst>
              <a:ext uri="{FF2B5EF4-FFF2-40B4-BE49-F238E27FC236}">
                <a16:creationId xmlns:a16="http://schemas.microsoft.com/office/drawing/2014/main" id="{5289F285-FA71-AC9B-7CE8-6240E302E91E}"/>
              </a:ext>
            </a:extLst>
          </p:cNvPr>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a:extLst>
              <a:ext uri="{FF2B5EF4-FFF2-40B4-BE49-F238E27FC236}">
                <a16:creationId xmlns:a16="http://schemas.microsoft.com/office/drawing/2014/main" id="{76C577F7-6189-8999-F62E-428A6825E6F7}"/>
              </a:ext>
            </a:extLst>
          </p:cNvPr>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a:extLst>
              <a:ext uri="{FF2B5EF4-FFF2-40B4-BE49-F238E27FC236}">
                <a16:creationId xmlns:a16="http://schemas.microsoft.com/office/drawing/2014/main" id="{73C38C5A-3BAF-DC36-C8E3-DED6D7D78231}"/>
              </a:ext>
            </a:extLst>
          </p:cNvPr>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1" lang="zh-CN" altLang="en-US" dirty="0"/>
              <a:t>此段文字旨在显示正确的字号和段落的位置，例文可替换</a:t>
            </a:r>
          </a:p>
          <a:p>
            <a:pPr lvl="0"/>
            <a:endParaRPr kumimoji="1" lang="zh-CN" altLang="en-US" dirty="0"/>
          </a:p>
        </p:txBody>
      </p:sp>
      <p:pic>
        <p:nvPicPr>
          <p:cNvPr id="2" name="图片 1">
            <a:extLst>
              <a:ext uri="{FF2B5EF4-FFF2-40B4-BE49-F238E27FC236}">
                <a16:creationId xmlns:a16="http://schemas.microsoft.com/office/drawing/2014/main" id="{84AC80F7-7F87-C084-0B7D-549130EB1B96}"/>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
        <p:nvSpPr>
          <p:cNvPr id="3" name="Text Box 5">
            <a:extLst>
              <a:ext uri="{FF2B5EF4-FFF2-40B4-BE49-F238E27FC236}">
                <a16:creationId xmlns:a16="http://schemas.microsoft.com/office/drawing/2014/main" id="{A8349490-E549-53A8-BC47-2C8047B3BEB5}"/>
              </a:ext>
            </a:extLst>
          </p:cNvPr>
          <p:cNvSpPr txBox="1">
            <a:spLocks noChangeArrowheads="1"/>
          </p:cNvSpPr>
          <p:nvPr userDrawn="1"/>
        </p:nvSpPr>
        <p:spPr bwMode="auto">
          <a:xfrm>
            <a:off x="11745044" y="6447051"/>
            <a:ext cx="351018" cy="137577"/>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l"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algn="l"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Tree>
    <p:extLst>
      <p:ext uri="{BB962C8B-B14F-4D97-AF65-F5344CB8AC3E}">
        <p14:creationId xmlns:p14="http://schemas.microsoft.com/office/powerpoint/2010/main" val="1459567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a:extLst>
              <a:ext uri="{FF2B5EF4-FFF2-40B4-BE49-F238E27FC236}">
                <a16:creationId xmlns:a16="http://schemas.microsoft.com/office/drawing/2014/main" id="{A773CA4B-B3FE-9D19-989E-BA44C8DF7D12}"/>
              </a:ext>
            </a:extLst>
          </p:cNvPr>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本文件内容为 </a:t>
            </a:r>
            <a:r>
              <a:rPr lang="zh-CN" altLang="zh-CN" sz="1800" b="1" i="0" dirty="0">
                <a:solidFill>
                  <a:srgbClr val="FFC000"/>
                </a:solidFill>
                <a:latin typeface="Microsoft YaHei" panose="020B0503020204020204" pitchFamily="34" charset="-122"/>
                <a:ea typeface="Microsoft YaHei" panose="020B0503020204020204" pitchFamily="34" charset="-122"/>
              </a:rPr>
              <a:t>①</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zh-CN" sz="1800" b="1" i="0" dirty="0">
                <a:solidFill>
                  <a:srgbClr val="FFC000"/>
                </a:solidFill>
                <a:latin typeface="Microsoft YaHei" panose="020B0503020204020204" pitchFamily="34" charset="-122"/>
                <a:ea typeface="Microsoft YaHei" panose="020B0503020204020204" pitchFamily="34" charset="-122"/>
              </a:rPr>
              <a:t>绝密信息 严禁泄露</a:t>
            </a:r>
            <a:r>
              <a:rPr lang="zh-CN" altLang="en-US" sz="1800" b="1" i="0" dirty="0">
                <a:solidFill>
                  <a:srgbClr val="FFC000"/>
                </a:solidFill>
                <a:latin typeface="Microsoft YaHei" panose="020B0503020204020204" pitchFamily="34" charset="-122"/>
                <a:ea typeface="Microsoft YaHei" panose="020B0503020204020204" pitchFamily="34" charset="-122"/>
              </a:rPr>
              <a:t> </a:t>
            </a:r>
            <a:r>
              <a:rPr lang="zh-CN" altLang="en-US" sz="1800" b="0" i="0" dirty="0">
                <a:solidFill>
                  <a:schemeClr val="bg1"/>
                </a:solidFill>
                <a:latin typeface="Microsoft YaHei" panose="020B0503020204020204" pitchFamily="34" charset="-122"/>
                <a:ea typeface="Microsoft YaHei" panose="020B0503020204020204" pitchFamily="34" charset="-122"/>
              </a:rPr>
              <a:t>：禁止未授权的内部、第三方人员使用与访问</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非专项必要的业务与项目负责人，收到此内容请立即删除</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严禁在未经过主管领导审批，发送给无关业务团队与人员</a:t>
            </a:r>
            <a:endParaRPr lang="en-US" altLang="zh-CN" sz="1800" b="0" i="0" dirty="0">
              <a:solidFill>
                <a:schemeClr val="bg1"/>
              </a:solidFill>
              <a:latin typeface="Microsoft YaHei" panose="020B0503020204020204" pitchFamily="34" charset="-122"/>
              <a:ea typeface="Microsoft YaHei" panose="020B0503020204020204" pitchFamily="34" charset="-122"/>
            </a:endParaRPr>
          </a:p>
        </p:txBody>
      </p:sp>
      <p:sp>
        <p:nvSpPr>
          <p:cNvPr id="9" name="标题 2">
            <a:extLst>
              <a:ext uri="{FF2B5EF4-FFF2-40B4-BE49-F238E27FC236}">
                <a16:creationId xmlns:a16="http://schemas.microsoft.com/office/drawing/2014/main" id="{18F456E8-00AB-C41E-941D-4F7AE594C544}"/>
              </a:ext>
            </a:extLst>
          </p:cNvPr>
          <p:cNvSpPr txBox="1">
            <a:spLocks/>
          </p:cNvSpPr>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Microsoft YaHei" panose="020B0503020204020204" pitchFamily="34" charset="-122"/>
                <a:ea typeface="Microsoft YaHei" panose="020B0503020204020204" pitchFamily="3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Microsoft YaHei" panose="020B0503020204020204" pitchFamily="34" charset="-122"/>
              <a:ea typeface="Microsoft YaHei" panose="020B0503020204020204" pitchFamily="34" charset="-122"/>
            </a:endParaRPr>
          </a:p>
        </p:txBody>
      </p:sp>
      <p:sp>
        <p:nvSpPr>
          <p:cNvPr id="10" name="内容占位符 1">
            <a:extLst>
              <a:ext uri="{FF2B5EF4-FFF2-40B4-BE49-F238E27FC236}">
                <a16:creationId xmlns:a16="http://schemas.microsoft.com/office/drawing/2014/main" id="{2B9D87DE-8AC1-3465-C97D-D71A60AE27C3}"/>
              </a:ext>
            </a:extLst>
          </p:cNvPr>
          <p:cNvSpPr txBox="1">
            <a:spLocks/>
          </p:cNvSpPr>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版权所有</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本文档提到的金蝶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EBC®</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、金蝶云苍穹</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、金蝶云星瀚</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、金蝶云星空</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、金蝶云星辰</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KIS®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K/3®</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EAS®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、友商网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Apusic®</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DataSubjectRequest@kingdee.com</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），我们将在</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15</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个工作日内处理。</a:t>
            </a:r>
            <a:endPar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注：</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①绝密信息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②机密信息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③秘密信息 严禁泄露 </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endParaRPr kumimoji="1" lang="zh-CN" altLang="en-US" sz="1400" b="0" i="0" dirty="0">
              <a:solidFill>
                <a:schemeClr val="bg1">
                  <a:alpha val="50000"/>
                </a:schemeClr>
              </a:solidFill>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01EFB6F2-13D0-0BF0-971F-159383F68ED3}"/>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967006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0338"/>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   始创于</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1993</a:t>
            </a:r>
            <a:endPar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489014" y="6288760"/>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lang="en-US" altLang="zh-CN" sz="1000" kern="1200" dirty="0">
                <a:solidFill>
                  <a:schemeClr val="bg1">
                    <a:alpha val="50000"/>
                  </a:schemeClr>
                </a:solidFill>
                <a:latin typeface="微软雅黑" panose="020B0503020204020204" charset="-122"/>
                <a:ea typeface="微软雅黑" panose="020B0503020204020204" charset="-122"/>
              </a:rPr>
              <a:t>①</a:t>
            </a:r>
            <a:r>
              <a:rPr lang="zh-CN" altLang="en-US" sz="1000" kern="1200" dirty="0">
                <a:solidFill>
                  <a:schemeClr val="bg1">
                    <a:alpha val="50000"/>
                  </a:schemeClr>
                </a:solidFill>
                <a:latin typeface="微软雅黑" panose="020B0503020204020204" charset="-122"/>
                <a:ea typeface="微软雅黑" panose="020B0503020204020204" charset="-122"/>
              </a:rPr>
              <a:t> </a:t>
            </a:r>
            <a:r>
              <a:rPr lang="zh-CN" altLang="en-US" sz="900" kern="1200" dirty="0">
                <a:solidFill>
                  <a:schemeClr val="bg1">
                    <a:alpha val="50000"/>
                  </a:schemeClr>
                </a:solidFill>
                <a:latin typeface="微软雅黑" panose="020B0503020204020204" charset="-122"/>
                <a:ea typeface="微软雅黑" panose="020B0503020204020204" charset="-122"/>
              </a:rPr>
              <a:t>绝密信息 严禁泄露</a:t>
            </a:r>
          </a:p>
        </p:txBody>
      </p:sp>
      <p:pic>
        <p:nvPicPr>
          <p:cNvPr id="7" name="图片 6">
            <a:extLst>
              <a:ext uri="{FF2B5EF4-FFF2-40B4-BE49-F238E27FC236}">
                <a16:creationId xmlns:a16="http://schemas.microsoft.com/office/drawing/2014/main" id="{C0786FF4-159F-8A7C-8B8C-5E5C000A9352}"/>
              </a:ext>
            </a:extLst>
          </p:cNvPr>
          <p:cNvPicPr>
            <a:picLocks noChangeAspect="1"/>
          </p:cNvPicPr>
          <p:nvPr userDrawn="1"/>
        </p:nvPicPr>
        <p:blipFill>
          <a:blip r:embed="rId3"/>
          <a:stretch>
            <a:fillRect/>
          </a:stretch>
        </p:blipFill>
        <p:spPr>
          <a:xfrm>
            <a:off x="614525" y="1995130"/>
            <a:ext cx="5766397" cy="2915183"/>
          </a:xfrm>
          <a:prstGeom prst="rect">
            <a:avLst/>
          </a:prstGeom>
        </p:spPr>
      </p:pic>
      <p:pic>
        <p:nvPicPr>
          <p:cNvPr id="3" name="图片 2">
            <a:extLst>
              <a:ext uri="{FF2B5EF4-FFF2-40B4-BE49-F238E27FC236}">
                <a16:creationId xmlns:a16="http://schemas.microsoft.com/office/drawing/2014/main" id="{A86BA434-FD19-24EB-F7D6-3BFDBC3B2A48}"/>
              </a:ext>
            </a:extLst>
          </p:cNvPr>
          <p:cNvPicPr>
            <a:picLocks noChangeAspect="1"/>
          </p:cNvPicPr>
          <p:nvPr userDrawn="1"/>
        </p:nvPicPr>
        <p:blipFill>
          <a:blip r:embed="rId4"/>
          <a:stretch>
            <a:fillRect/>
          </a:stretch>
        </p:blipFill>
        <p:spPr>
          <a:xfrm>
            <a:off x="1" y="0"/>
            <a:ext cx="2093976" cy="1177862"/>
          </a:xfrm>
          <a:prstGeom prst="rect">
            <a:avLst/>
          </a:prstGeom>
        </p:spPr>
      </p:pic>
    </p:spTree>
    <p:extLst>
      <p:ext uri="{BB962C8B-B14F-4D97-AF65-F5344CB8AC3E}">
        <p14:creationId xmlns:p14="http://schemas.microsoft.com/office/powerpoint/2010/main" val="1667523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panose="020B0503020204020204" pitchFamily="34" charset="-122"/>
                <a:ea typeface="Microsoft YaHei"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panose="020B0503020204020204" pitchFamily="34" charset="-122"/>
                <a:ea typeface="Microsoft YaHei"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panose="020B0503020204020204" pitchFamily="34" charset="-122"/>
                <a:ea typeface="Microsoft YaHei"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524715692"/>
      </p:ext>
    </p:extLst>
  </p:cSld>
  <p:clrMap bg1="lt1" tx1="dk1" bg2="lt2" tx2="dk2" accent1="accent1" accent2="accent2" accent3="accent3" accent4="accent4" accent5="accent5" accent6="accent6" hlink="hlink" folHlink="folHlink"/>
  <p:sldLayoutIdLst>
    <p:sldLayoutId id="2147483706" r:id="rId1"/>
    <p:sldLayoutId id="2147483738" r:id="rId2"/>
    <p:sldLayoutId id="2147483708" r:id="rId3"/>
    <p:sldLayoutId id="2147483709" r:id="rId4"/>
    <p:sldLayoutId id="2147483710" r:id="rId5"/>
    <p:sldLayoutId id="2147483763" r:id="rId6"/>
    <p:sldLayoutId id="2147483760" r:id="rId7"/>
    <p:sldLayoutId id="2147483712" r:id="rId8"/>
    <p:sldLayoutId id="2147483713" r:id="rId9"/>
    <p:sldLayoutId id="2147483714" r:id="rId10"/>
    <p:sldLayoutId id="2147483715" r:id="rId11"/>
    <p:sldLayoutId id="2147483740" r:id="rId12"/>
    <p:sldLayoutId id="2147483716" r:id="rId13"/>
    <p:sldLayoutId id="2147483739" r:id="rId14"/>
    <p:sldLayoutId id="2147483717"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iknow.kingdee.com/inbiz/web/km#/knowledgepreview?boxGuid=1db9ef79-8987-4635-80a4-528f7c921e1f&amp;guid=2397c7fa-0678-4eca-a04e-f1c05ab46d84"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66DD73-E2B1-2550-E9E7-9AF78070DFDD}"/>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03B7CFF6-79B8-B1D1-C6CD-454408BA7962}"/>
              </a:ext>
            </a:extLst>
          </p:cNvPr>
          <p:cNvSpPr>
            <a:spLocks noGrp="1"/>
          </p:cNvSpPr>
          <p:nvPr>
            <p:ph sz="quarter" idx="12"/>
          </p:nvPr>
        </p:nvSpPr>
        <p:spPr/>
        <p:txBody>
          <a:bodyPr/>
          <a:lstStyle/>
          <a:p>
            <a:endParaRPr kumimoji="1" lang="zh-CN" altLang="en-US" dirty="0"/>
          </a:p>
        </p:txBody>
      </p:sp>
      <p:sp>
        <p:nvSpPr>
          <p:cNvPr id="4" name="内容占位符 3">
            <a:extLst>
              <a:ext uri="{FF2B5EF4-FFF2-40B4-BE49-F238E27FC236}">
                <a16:creationId xmlns:a16="http://schemas.microsoft.com/office/drawing/2014/main" id="{808DB0A7-C6D0-935D-ACB8-13514CBD412C}"/>
              </a:ext>
            </a:extLst>
          </p:cNvPr>
          <p:cNvSpPr>
            <a:spLocks noGrp="1"/>
          </p:cNvSpPr>
          <p:nvPr>
            <p:ph sz="quarter" idx="13"/>
          </p:nvPr>
        </p:nvSpPr>
        <p:spPr/>
        <p:txBody>
          <a:bodyPr/>
          <a:lstStyle/>
          <a:p>
            <a:endParaRPr kumimoji="1" lang="zh-CN" altLang="en-US" dirty="0"/>
          </a:p>
        </p:txBody>
      </p:sp>
      <p:sp>
        <p:nvSpPr>
          <p:cNvPr id="5" name="内容占位符 4">
            <a:extLst>
              <a:ext uri="{FF2B5EF4-FFF2-40B4-BE49-F238E27FC236}">
                <a16:creationId xmlns:a16="http://schemas.microsoft.com/office/drawing/2014/main" id="{4ADF0AE7-BD71-E982-EFD5-63AC5F0DA860}"/>
              </a:ext>
            </a:extLst>
          </p:cNvPr>
          <p:cNvSpPr>
            <a:spLocks noGrp="1"/>
          </p:cNvSpPr>
          <p:nvPr>
            <p:ph sz="quarter" idx="14"/>
          </p:nvPr>
        </p:nvSpPr>
        <p:spPr/>
        <p:txBody>
          <a:bodyPr/>
          <a:lstStyle/>
          <a:p>
            <a:r>
              <a:rPr kumimoji="1" lang="en-US" altLang="zh-CN" dirty="0"/>
              <a:t>2024.01</a:t>
            </a:r>
            <a:endParaRPr kumimoji="1" lang="zh-CN" altLang="en-US" dirty="0"/>
          </a:p>
        </p:txBody>
      </p:sp>
    </p:spTree>
    <p:extLst>
      <p:ext uri="{BB962C8B-B14F-4D97-AF65-F5344CB8AC3E}">
        <p14:creationId xmlns:p14="http://schemas.microsoft.com/office/powerpoint/2010/main" val="208982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88F00CF-CFD1-0751-A8EB-FF9961445707}"/>
              </a:ext>
            </a:extLst>
          </p:cNvPr>
          <p:cNvSpPr>
            <a:spLocks noGrp="1"/>
          </p:cNvSpPr>
          <p:nvPr>
            <p:ph type="body" sz="quarter" idx="13"/>
          </p:nvPr>
        </p:nvSpPr>
        <p:spPr/>
        <p:txBody>
          <a:bodyPr/>
          <a:lstStyle/>
          <a:p>
            <a:r>
              <a:rPr kumimoji="1" lang="en-US" altLang="zh-CN" dirty="0"/>
              <a:t>02</a:t>
            </a:r>
            <a:endParaRPr kumimoji="1" lang="zh-CN" altLang="en-US" dirty="0"/>
          </a:p>
        </p:txBody>
      </p:sp>
      <p:sp>
        <p:nvSpPr>
          <p:cNvPr id="3" name="文本占位符 2">
            <a:extLst>
              <a:ext uri="{FF2B5EF4-FFF2-40B4-BE49-F238E27FC236}">
                <a16:creationId xmlns:a16="http://schemas.microsoft.com/office/drawing/2014/main" id="{A739CF3D-F6D2-0263-897C-74CF099AF2EB}"/>
              </a:ext>
            </a:extLst>
          </p:cNvPr>
          <p:cNvSpPr>
            <a:spLocks noGrp="1"/>
          </p:cNvSpPr>
          <p:nvPr>
            <p:ph type="body" sz="quarter" idx="14"/>
          </p:nvPr>
        </p:nvSpPr>
        <p:spPr/>
        <p:txBody>
          <a:bodyPr/>
          <a:lstStyle/>
          <a:p>
            <a:r>
              <a:rPr kumimoji="1" lang="en-US" altLang="zh-CN" dirty="0"/>
              <a:t>03</a:t>
            </a:r>
            <a:endParaRPr kumimoji="1" lang="zh-CN" altLang="en-US" dirty="0"/>
          </a:p>
        </p:txBody>
      </p:sp>
      <p:sp>
        <p:nvSpPr>
          <p:cNvPr id="4" name="文本占位符 3">
            <a:extLst>
              <a:ext uri="{FF2B5EF4-FFF2-40B4-BE49-F238E27FC236}">
                <a16:creationId xmlns:a16="http://schemas.microsoft.com/office/drawing/2014/main" id="{40D7765B-4090-10B9-1329-24F62C6CB1E7}"/>
              </a:ext>
            </a:extLst>
          </p:cNvPr>
          <p:cNvSpPr>
            <a:spLocks noGrp="1"/>
          </p:cNvSpPr>
          <p:nvPr>
            <p:ph type="body" sz="quarter" idx="15"/>
          </p:nvPr>
        </p:nvSpPr>
        <p:spPr/>
        <p:txBody>
          <a:bodyPr/>
          <a:lstStyle/>
          <a:p>
            <a:endParaRPr kumimoji="1" lang="zh-CN" altLang="en-US"/>
          </a:p>
        </p:txBody>
      </p:sp>
      <p:sp>
        <p:nvSpPr>
          <p:cNvPr id="5" name="文本占位符 4">
            <a:extLst>
              <a:ext uri="{FF2B5EF4-FFF2-40B4-BE49-F238E27FC236}">
                <a16:creationId xmlns:a16="http://schemas.microsoft.com/office/drawing/2014/main" id="{89A9CC2C-79E0-D1D0-EDF9-31ED7A0B03CF}"/>
              </a:ext>
            </a:extLst>
          </p:cNvPr>
          <p:cNvSpPr>
            <a:spLocks noGrp="1"/>
          </p:cNvSpPr>
          <p:nvPr>
            <p:ph type="body" sz="quarter" idx="16"/>
          </p:nvPr>
        </p:nvSpPr>
        <p:spPr/>
        <p:txBody>
          <a:bodyPr/>
          <a:lstStyle/>
          <a:p>
            <a:endParaRPr kumimoji="1" lang="zh-CN" altLang="en-US"/>
          </a:p>
        </p:txBody>
      </p:sp>
      <p:sp>
        <p:nvSpPr>
          <p:cNvPr id="6" name="文本占位符 5">
            <a:extLst>
              <a:ext uri="{FF2B5EF4-FFF2-40B4-BE49-F238E27FC236}">
                <a16:creationId xmlns:a16="http://schemas.microsoft.com/office/drawing/2014/main" id="{2C09C90A-9F04-0D8D-0E41-C55EE053D054}"/>
              </a:ext>
            </a:extLst>
          </p:cNvPr>
          <p:cNvSpPr>
            <a:spLocks noGrp="1"/>
          </p:cNvSpPr>
          <p:nvPr>
            <p:ph type="body" sz="quarter" idx="18"/>
          </p:nvPr>
        </p:nvSpPr>
        <p:spPr/>
        <p:txBody>
          <a:bodyPr/>
          <a:lstStyle/>
          <a:p>
            <a:endParaRPr kumimoji="1" lang="zh-CN" altLang="en-US"/>
          </a:p>
        </p:txBody>
      </p:sp>
      <p:sp>
        <p:nvSpPr>
          <p:cNvPr id="7" name="文本占位符 6">
            <a:extLst>
              <a:ext uri="{FF2B5EF4-FFF2-40B4-BE49-F238E27FC236}">
                <a16:creationId xmlns:a16="http://schemas.microsoft.com/office/drawing/2014/main" id="{46432844-FB46-1690-615F-B6C2961C3D29}"/>
              </a:ext>
            </a:extLst>
          </p:cNvPr>
          <p:cNvSpPr>
            <a:spLocks noGrp="1"/>
          </p:cNvSpPr>
          <p:nvPr>
            <p:ph type="body" sz="quarter" idx="20"/>
          </p:nvPr>
        </p:nvSpPr>
        <p:spPr/>
        <p:txBody>
          <a:bodyPr/>
          <a:lstStyle/>
          <a:p>
            <a:endParaRPr kumimoji="1" lang="zh-CN" altLang="en-US"/>
          </a:p>
        </p:txBody>
      </p:sp>
      <p:sp>
        <p:nvSpPr>
          <p:cNvPr id="8" name="文本占位符 7">
            <a:extLst>
              <a:ext uri="{FF2B5EF4-FFF2-40B4-BE49-F238E27FC236}">
                <a16:creationId xmlns:a16="http://schemas.microsoft.com/office/drawing/2014/main" id="{163BBB24-2564-F8A5-9459-6755C8382EF3}"/>
              </a:ext>
            </a:extLst>
          </p:cNvPr>
          <p:cNvSpPr>
            <a:spLocks noGrp="1"/>
          </p:cNvSpPr>
          <p:nvPr>
            <p:ph type="body" sz="quarter" idx="21"/>
          </p:nvPr>
        </p:nvSpPr>
        <p:spPr/>
        <p:txBody>
          <a:bodyPr/>
          <a:lstStyle/>
          <a:p>
            <a:r>
              <a:rPr kumimoji="1" lang="en-US" altLang="zh-CN" dirty="0"/>
              <a:t>04</a:t>
            </a:r>
            <a:endParaRPr kumimoji="1" lang="zh-CN" altLang="en-US" dirty="0"/>
          </a:p>
        </p:txBody>
      </p:sp>
      <p:sp>
        <p:nvSpPr>
          <p:cNvPr id="9" name="文本占位符 8">
            <a:extLst>
              <a:ext uri="{FF2B5EF4-FFF2-40B4-BE49-F238E27FC236}">
                <a16:creationId xmlns:a16="http://schemas.microsoft.com/office/drawing/2014/main" id="{19BE1E1F-E656-6E8E-72A7-D1D18C74FF58}"/>
              </a:ext>
            </a:extLst>
          </p:cNvPr>
          <p:cNvSpPr>
            <a:spLocks noGrp="1"/>
          </p:cNvSpPr>
          <p:nvPr>
            <p:ph type="body" sz="quarter" idx="23"/>
          </p:nvPr>
        </p:nvSpPr>
        <p:spPr/>
        <p:txBody>
          <a:bodyPr/>
          <a:lstStyle/>
          <a:p>
            <a:endParaRPr kumimoji="1" lang="zh-CN" altLang="en-US"/>
          </a:p>
        </p:txBody>
      </p:sp>
      <p:sp>
        <p:nvSpPr>
          <p:cNvPr id="10" name="文本占位符 9">
            <a:extLst>
              <a:ext uri="{FF2B5EF4-FFF2-40B4-BE49-F238E27FC236}">
                <a16:creationId xmlns:a16="http://schemas.microsoft.com/office/drawing/2014/main" id="{52B2A11A-69BA-FABE-67C8-80344AD28A99}"/>
              </a:ext>
            </a:extLst>
          </p:cNvPr>
          <p:cNvSpPr>
            <a:spLocks noGrp="1"/>
          </p:cNvSpPr>
          <p:nvPr>
            <p:ph type="body" sz="quarter" idx="24"/>
          </p:nvPr>
        </p:nvSpPr>
        <p:spPr/>
        <p:txBody>
          <a:bodyPr/>
          <a:lstStyle/>
          <a:p>
            <a:endParaRPr kumimoji="1" lang="zh-CN" altLang="en-US"/>
          </a:p>
        </p:txBody>
      </p:sp>
      <p:sp>
        <p:nvSpPr>
          <p:cNvPr id="11" name="文本占位符 10">
            <a:extLst>
              <a:ext uri="{FF2B5EF4-FFF2-40B4-BE49-F238E27FC236}">
                <a16:creationId xmlns:a16="http://schemas.microsoft.com/office/drawing/2014/main" id="{C9177A24-92ED-FBEF-1F1E-77DD330136B2}"/>
              </a:ext>
            </a:extLst>
          </p:cNvPr>
          <p:cNvSpPr>
            <a:spLocks noGrp="1"/>
          </p:cNvSpPr>
          <p:nvPr>
            <p:ph type="body" sz="quarter" idx="25"/>
          </p:nvPr>
        </p:nvSpPr>
        <p:spPr/>
        <p:txBody>
          <a:bodyPr/>
          <a:lstStyle/>
          <a:p>
            <a:endParaRPr kumimoji="1" lang="zh-CN" altLang="en-US"/>
          </a:p>
        </p:txBody>
      </p:sp>
      <p:sp>
        <p:nvSpPr>
          <p:cNvPr id="12" name="文本占位符 11">
            <a:extLst>
              <a:ext uri="{FF2B5EF4-FFF2-40B4-BE49-F238E27FC236}">
                <a16:creationId xmlns:a16="http://schemas.microsoft.com/office/drawing/2014/main" id="{23783BE0-2470-F5E1-1057-CEF446F0B5F6}"/>
              </a:ext>
            </a:extLst>
          </p:cNvPr>
          <p:cNvSpPr>
            <a:spLocks noGrp="1"/>
          </p:cNvSpPr>
          <p:nvPr>
            <p:ph type="body" sz="quarter" idx="26"/>
          </p:nvPr>
        </p:nvSpPr>
        <p:spPr/>
        <p:txBody>
          <a:bodyPr/>
          <a:lstStyle/>
          <a:p>
            <a:endParaRPr kumimoji="1" lang="zh-CN" altLang="en-US"/>
          </a:p>
        </p:txBody>
      </p:sp>
      <p:sp>
        <p:nvSpPr>
          <p:cNvPr id="13" name="文本占位符 12">
            <a:extLst>
              <a:ext uri="{FF2B5EF4-FFF2-40B4-BE49-F238E27FC236}">
                <a16:creationId xmlns:a16="http://schemas.microsoft.com/office/drawing/2014/main" id="{F4E6B27A-D073-72C4-014C-E25D87695C2C}"/>
              </a:ext>
            </a:extLst>
          </p:cNvPr>
          <p:cNvSpPr>
            <a:spLocks noGrp="1"/>
          </p:cNvSpPr>
          <p:nvPr>
            <p:ph type="body" sz="quarter" idx="27"/>
          </p:nvPr>
        </p:nvSpPr>
        <p:spPr/>
        <p:txBody>
          <a:bodyPr/>
          <a:lstStyle/>
          <a:p>
            <a:endParaRPr kumimoji="1" lang="zh-CN" altLang="en-US"/>
          </a:p>
        </p:txBody>
      </p:sp>
      <p:sp>
        <p:nvSpPr>
          <p:cNvPr id="14" name="文本占位符 13">
            <a:extLst>
              <a:ext uri="{FF2B5EF4-FFF2-40B4-BE49-F238E27FC236}">
                <a16:creationId xmlns:a16="http://schemas.microsoft.com/office/drawing/2014/main" id="{3D4B8A63-3E0F-73AC-E623-4AF09BCC00BA}"/>
              </a:ext>
            </a:extLst>
          </p:cNvPr>
          <p:cNvSpPr>
            <a:spLocks noGrp="1"/>
          </p:cNvSpPr>
          <p:nvPr>
            <p:ph type="body" sz="quarter" idx="28"/>
          </p:nvPr>
        </p:nvSpPr>
        <p:spPr/>
        <p:txBody>
          <a:bodyPr/>
          <a:lstStyle/>
          <a:p>
            <a:r>
              <a:rPr kumimoji="1" lang="zh-CN" altLang="en-US" dirty="0"/>
              <a:t> </a:t>
            </a:r>
          </a:p>
        </p:txBody>
      </p:sp>
      <p:sp>
        <p:nvSpPr>
          <p:cNvPr id="15" name="文本占位符 14">
            <a:extLst>
              <a:ext uri="{FF2B5EF4-FFF2-40B4-BE49-F238E27FC236}">
                <a16:creationId xmlns:a16="http://schemas.microsoft.com/office/drawing/2014/main" id="{988FAE3E-2302-607C-ACD3-CA1101150A56}"/>
              </a:ext>
            </a:extLst>
          </p:cNvPr>
          <p:cNvSpPr>
            <a:spLocks noGrp="1"/>
          </p:cNvSpPr>
          <p:nvPr>
            <p:ph type="body" sz="quarter" idx="29"/>
          </p:nvPr>
        </p:nvSpPr>
        <p:spPr/>
        <p:txBody>
          <a:bodyPr/>
          <a:lstStyle/>
          <a:p>
            <a:endParaRPr kumimoji="1" lang="zh-CN" altLang="en-US" dirty="0"/>
          </a:p>
        </p:txBody>
      </p:sp>
      <p:sp>
        <p:nvSpPr>
          <p:cNvPr id="16" name="文本占位符 15">
            <a:extLst>
              <a:ext uri="{FF2B5EF4-FFF2-40B4-BE49-F238E27FC236}">
                <a16:creationId xmlns:a16="http://schemas.microsoft.com/office/drawing/2014/main" id="{E78D31F7-B2B8-BBFB-A42D-57E01A2970E2}"/>
              </a:ext>
            </a:extLst>
          </p:cNvPr>
          <p:cNvSpPr>
            <a:spLocks noGrp="1"/>
          </p:cNvSpPr>
          <p:nvPr>
            <p:ph type="body" sz="quarter" idx="30"/>
          </p:nvPr>
        </p:nvSpPr>
        <p:spPr/>
        <p:txBody>
          <a:bodyPr/>
          <a:lstStyle/>
          <a:p>
            <a:endParaRPr kumimoji="1" lang="zh-CN" altLang="en-US"/>
          </a:p>
        </p:txBody>
      </p:sp>
      <p:sp>
        <p:nvSpPr>
          <p:cNvPr id="17" name="文本占位符 16">
            <a:extLst>
              <a:ext uri="{FF2B5EF4-FFF2-40B4-BE49-F238E27FC236}">
                <a16:creationId xmlns:a16="http://schemas.microsoft.com/office/drawing/2014/main" id="{EBB1667E-610D-4D10-8CD0-F2D2741EBDB4}"/>
              </a:ext>
            </a:extLst>
          </p:cNvPr>
          <p:cNvSpPr>
            <a:spLocks noGrp="1"/>
          </p:cNvSpPr>
          <p:nvPr>
            <p:ph type="body" sz="quarter" idx="31"/>
          </p:nvPr>
        </p:nvSpPr>
        <p:spPr/>
        <p:txBody>
          <a:bodyPr/>
          <a:lstStyle/>
          <a:p>
            <a:endParaRPr kumimoji="1" lang="zh-CN" altLang="en-US"/>
          </a:p>
        </p:txBody>
      </p:sp>
      <p:sp>
        <p:nvSpPr>
          <p:cNvPr id="18" name="标题 17">
            <a:extLst>
              <a:ext uri="{FF2B5EF4-FFF2-40B4-BE49-F238E27FC236}">
                <a16:creationId xmlns:a16="http://schemas.microsoft.com/office/drawing/2014/main" id="{BD74895B-0E66-78F8-5510-1092EBDE1F27}"/>
              </a:ext>
            </a:extLst>
          </p:cNvPr>
          <p:cNvSpPr>
            <a:spLocks noGrp="1"/>
          </p:cNvSpPr>
          <p:nvPr>
            <p:ph type="title"/>
          </p:nvPr>
        </p:nvSpPr>
        <p:spPr/>
        <p:txBody>
          <a:bodyPr/>
          <a:lstStyle/>
          <a:p>
            <a:r>
              <a:rPr kumimoji="1" lang="zh-CN" altLang="en-US" dirty="0"/>
              <a:t>目 录</a:t>
            </a:r>
          </a:p>
        </p:txBody>
      </p:sp>
      <p:sp>
        <p:nvSpPr>
          <p:cNvPr id="19" name="文本占位符 18">
            <a:extLst>
              <a:ext uri="{FF2B5EF4-FFF2-40B4-BE49-F238E27FC236}">
                <a16:creationId xmlns:a16="http://schemas.microsoft.com/office/drawing/2014/main" id="{2DC6E9CD-63A7-9871-3E6A-C6F54492A7B0}"/>
              </a:ext>
            </a:extLst>
          </p:cNvPr>
          <p:cNvSpPr>
            <a:spLocks noGrp="1"/>
          </p:cNvSpPr>
          <p:nvPr>
            <p:ph type="body" sz="quarter" idx="32"/>
          </p:nvPr>
        </p:nvSpPr>
        <p:spPr/>
        <p:txBody>
          <a:bodyPr/>
          <a:lstStyle/>
          <a:p>
            <a:r>
              <a:rPr kumimoji="1" lang="en-US" altLang="zh-CN" dirty="0"/>
              <a:t>01</a:t>
            </a:r>
            <a:endParaRPr kumimoji="1" lang="zh-CN" altLang="en-US" dirty="0"/>
          </a:p>
        </p:txBody>
      </p:sp>
    </p:spTree>
    <p:extLst>
      <p:ext uri="{BB962C8B-B14F-4D97-AF65-F5344CB8AC3E}">
        <p14:creationId xmlns:p14="http://schemas.microsoft.com/office/powerpoint/2010/main" val="2595717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C66C-21A5-6F49-188E-ECB5769279E3}"/>
              </a:ext>
            </a:extLst>
          </p:cNvPr>
          <p:cNvSpPr>
            <a:spLocks noGrp="1"/>
          </p:cNvSpPr>
          <p:nvPr>
            <p:ph type="title"/>
          </p:nvPr>
        </p:nvSpPr>
        <p:spPr/>
        <p:txBody>
          <a:bodyPr/>
          <a:lstStyle/>
          <a:p>
            <a:endParaRPr lang="en-CN" dirty="0"/>
          </a:p>
        </p:txBody>
      </p:sp>
      <p:sp>
        <p:nvSpPr>
          <p:cNvPr id="5" name="文本占位符 4">
            <a:extLst>
              <a:ext uri="{FF2B5EF4-FFF2-40B4-BE49-F238E27FC236}">
                <a16:creationId xmlns:a16="http://schemas.microsoft.com/office/drawing/2014/main" id="{EE704186-BDAA-7186-8081-10D094D0CF90}"/>
              </a:ext>
            </a:extLst>
          </p:cNvPr>
          <p:cNvSpPr>
            <a:spLocks noGrp="1"/>
          </p:cNvSpPr>
          <p:nvPr>
            <p:ph type="body" sz="quarter" idx="17"/>
          </p:nvPr>
        </p:nvSpPr>
        <p:spPr/>
        <p:txBody>
          <a:bodyPr/>
          <a:lstStyle/>
          <a:p>
            <a:endParaRPr lang="zh-CN" altLang="en-US"/>
          </a:p>
        </p:txBody>
      </p:sp>
    </p:spTree>
    <p:extLst>
      <p:ext uri="{BB962C8B-B14F-4D97-AF65-F5344CB8AC3E}">
        <p14:creationId xmlns:p14="http://schemas.microsoft.com/office/powerpoint/2010/main" val="3022523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18DD1D-71FD-ABF5-71DC-4C31F671146E}"/>
              </a:ext>
            </a:extLst>
          </p:cNvPr>
          <p:cNvSpPr>
            <a:spLocks noGrp="1"/>
          </p:cNvSpPr>
          <p:nvPr>
            <p:ph type="body" sz="quarter" idx="16"/>
          </p:nvPr>
        </p:nvSpPr>
        <p:spPr/>
        <p:txBody>
          <a:bodyPr/>
          <a:lstStyle/>
          <a:p>
            <a:endParaRPr kumimoji="1" lang="en-US" altLang="zh-CN" dirty="0">
              <a:solidFill>
                <a:schemeClr val="accent1"/>
              </a:solidFill>
            </a:endParaRPr>
          </a:p>
        </p:txBody>
      </p:sp>
      <p:sp>
        <p:nvSpPr>
          <p:cNvPr id="5" name="标题 4">
            <a:extLst>
              <a:ext uri="{FF2B5EF4-FFF2-40B4-BE49-F238E27FC236}">
                <a16:creationId xmlns:a16="http://schemas.microsoft.com/office/drawing/2014/main" id="{501CF7E2-D680-53AC-EBFE-E50DF03ED4C1}"/>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4975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B6C9F1E-4889-0971-D066-BF676E6E40D2}"/>
              </a:ext>
            </a:extLst>
          </p:cNvPr>
          <p:cNvSpPr>
            <a:spLocks noGrp="1"/>
          </p:cNvSpPr>
          <p:nvPr>
            <p:ph sz="quarter" idx="12"/>
          </p:nvPr>
        </p:nvSpPr>
        <p:spPr/>
        <p:txBody>
          <a:bodyPr/>
          <a:lstStyle/>
          <a:p>
            <a:endParaRPr kumimoji="1" lang="zh-CN" altLang="en-US"/>
          </a:p>
        </p:txBody>
      </p:sp>
      <p:sp>
        <p:nvSpPr>
          <p:cNvPr id="3" name="文本占位符 2">
            <a:extLst>
              <a:ext uri="{FF2B5EF4-FFF2-40B4-BE49-F238E27FC236}">
                <a16:creationId xmlns:a16="http://schemas.microsoft.com/office/drawing/2014/main" id="{BD84F7AE-737C-9BB7-5630-F8137E5AD69F}"/>
              </a:ext>
            </a:extLst>
          </p:cNvPr>
          <p:cNvSpPr>
            <a:spLocks noGrp="1"/>
          </p:cNvSpPr>
          <p:nvPr>
            <p:ph type="body" sz="quarter" idx="28"/>
          </p:nvPr>
        </p:nvSpPr>
        <p:spPr/>
        <p:txBody>
          <a:bodyPr/>
          <a:lstStyle/>
          <a:p>
            <a:endParaRPr kumimoji="1" lang="zh-CN" altLang="en-US"/>
          </a:p>
        </p:txBody>
      </p:sp>
      <p:sp>
        <p:nvSpPr>
          <p:cNvPr id="4" name="标题 3">
            <a:extLst>
              <a:ext uri="{FF2B5EF4-FFF2-40B4-BE49-F238E27FC236}">
                <a16:creationId xmlns:a16="http://schemas.microsoft.com/office/drawing/2014/main" id="{78376762-E94B-E27C-F14A-642C4CD74262}"/>
              </a:ext>
            </a:extLst>
          </p:cNvPr>
          <p:cNvSpPr>
            <a:spLocks noGrp="1"/>
          </p:cNvSpPr>
          <p:nvPr>
            <p:ph type="title"/>
          </p:nvPr>
        </p:nvSpPr>
        <p:spPr/>
        <p:txBody>
          <a:bodyPr/>
          <a:lstStyle/>
          <a:p>
            <a:endParaRPr kumimoji="1" lang="zh-CN" altLang="en-US"/>
          </a:p>
        </p:txBody>
      </p:sp>
    </p:spTree>
    <p:extLst>
      <p:ext uri="{BB962C8B-B14F-4D97-AF65-F5344CB8AC3E}">
        <p14:creationId xmlns:p14="http://schemas.microsoft.com/office/powerpoint/2010/main" val="2316170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B4A1815-A977-ADEB-0A4D-7CB74A89CFFC}"/>
              </a:ext>
            </a:extLst>
          </p:cNvPr>
          <p:cNvSpPr>
            <a:spLocks noGrp="1"/>
          </p:cNvSpPr>
          <p:nvPr>
            <p:ph sz="quarter" idx="12"/>
          </p:nvPr>
        </p:nvSpPr>
        <p:spPr/>
        <p:txBody>
          <a:bodyPr/>
          <a:lstStyle/>
          <a:p>
            <a:endParaRPr kumimoji="1" lang="zh-CN" altLang="en-US"/>
          </a:p>
        </p:txBody>
      </p:sp>
      <p:sp>
        <p:nvSpPr>
          <p:cNvPr id="3" name="文本占位符 2">
            <a:extLst>
              <a:ext uri="{FF2B5EF4-FFF2-40B4-BE49-F238E27FC236}">
                <a16:creationId xmlns:a16="http://schemas.microsoft.com/office/drawing/2014/main" id="{080626DC-241F-544B-9277-6F5994E69548}"/>
              </a:ext>
            </a:extLst>
          </p:cNvPr>
          <p:cNvSpPr>
            <a:spLocks noGrp="1"/>
          </p:cNvSpPr>
          <p:nvPr>
            <p:ph type="body" sz="quarter" idx="28"/>
          </p:nvPr>
        </p:nvSpPr>
        <p:spPr/>
        <p:txBody>
          <a:bodyPr/>
          <a:lstStyle/>
          <a:p>
            <a:endParaRPr kumimoji="1" lang="zh-CN" altLang="en-US" dirty="0"/>
          </a:p>
        </p:txBody>
      </p:sp>
      <p:sp>
        <p:nvSpPr>
          <p:cNvPr id="4" name="标题 3">
            <a:extLst>
              <a:ext uri="{FF2B5EF4-FFF2-40B4-BE49-F238E27FC236}">
                <a16:creationId xmlns:a16="http://schemas.microsoft.com/office/drawing/2014/main" id="{18A3F7D8-CF78-CE84-34D2-559B89247755}"/>
              </a:ext>
            </a:extLst>
          </p:cNvPr>
          <p:cNvSpPr>
            <a:spLocks noGrp="1"/>
          </p:cNvSpPr>
          <p:nvPr>
            <p:ph type="title"/>
          </p:nvPr>
        </p:nvSpPr>
        <p:spPr/>
        <p:txBody>
          <a:bodyPr/>
          <a:lstStyle/>
          <a:p>
            <a:endParaRPr kumimoji="1" lang="zh-CN" altLang="en-US" dirty="0"/>
          </a:p>
        </p:txBody>
      </p:sp>
    </p:spTree>
    <p:extLst>
      <p:ext uri="{BB962C8B-B14F-4D97-AF65-F5344CB8AC3E}">
        <p14:creationId xmlns:p14="http://schemas.microsoft.com/office/powerpoint/2010/main" val="118027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EC8BF-E5A1-EE81-E201-BFC47085D082}"/>
              </a:ext>
            </a:extLst>
          </p:cNvPr>
          <p:cNvSpPr>
            <a:spLocks noGrp="1"/>
          </p:cNvSpPr>
          <p:nvPr>
            <p:ph type="title"/>
          </p:nvPr>
        </p:nvSpPr>
        <p:spPr/>
        <p:txBody>
          <a:bodyPr/>
          <a:lstStyle/>
          <a:p>
            <a:endParaRPr kumimoji="1" lang="zh-CN" altLang="en-US"/>
          </a:p>
        </p:txBody>
      </p:sp>
      <p:sp>
        <p:nvSpPr>
          <p:cNvPr id="3" name="文本占位符 2">
            <a:extLst>
              <a:ext uri="{FF2B5EF4-FFF2-40B4-BE49-F238E27FC236}">
                <a16:creationId xmlns:a16="http://schemas.microsoft.com/office/drawing/2014/main" id="{309DB5F0-910B-2A31-B872-1D091A932AB0}"/>
              </a:ext>
            </a:extLst>
          </p:cNvPr>
          <p:cNvSpPr>
            <a:spLocks noGrp="1"/>
          </p:cNvSpPr>
          <p:nvPr>
            <p:ph type="body" sz="quarter" idx="18"/>
          </p:nvPr>
        </p:nvSpPr>
        <p:spPr/>
        <p:txBody>
          <a:bodyPr/>
          <a:lstStyle/>
          <a:p>
            <a:endParaRPr kumimoji="1" lang="zh-CN" altLang="en-US"/>
          </a:p>
        </p:txBody>
      </p:sp>
    </p:spTree>
    <p:extLst>
      <p:ext uri="{BB962C8B-B14F-4D97-AF65-F5344CB8AC3E}">
        <p14:creationId xmlns:p14="http://schemas.microsoft.com/office/powerpoint/2010/main" val="3449169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AE377C3-BE25-5673-1C9C-E7858F301B39}"/>
              </a:ext>
            </a:extLst>
          </p:cNvPr>
          <p:cNvSpPr>
            <a:spLocks noGrp="1"/>
          </p:cNvSpPr>
          <p:nvPr>
            <p:ph sz="quarter" idx="12"/>
          </p:nvPr>
        </p:nvSpPr>
        <p:spPr/>
        <p:txBody>
          <a:bodyPr/>
          <a:lstStyle/>
          <a:p>
            <a:endParaRPr kumimoji="1" lang="zh-CN" altLang="en-US"/>
          </a:p>
        </p:txBody>
      </p:sp>
      <p:sp>
        <p:nvSpPr>
          <p:cNvPr id="3" name="文本占位符 2">
            <a:extLst>
              <a:ext uri="{FF2B5EF4-FFF2-40B4-BE49-F238E27FC236}">
                <a16:creationId xmlns:a16="http://schemas.microsoft.com/office/drawing/2014/main" id="{DC38CE57-EA44-358B-2262-CC2DF4F20A1B}"/>
              </a:ext>
            </a:extLst>
          </p:cNvPr>
          <p:cNvSpPr>
            <a:spLocks noGrp="1"/>
          </p:cNvSpPr>
          <p:nvPr>
            <p:ph type="body" sz="quarter" idx="28"/>
          </p:nvPr>
        </p:nvSpPr>
        <p:spPr/>
        <p:txBody>
          <a:bodyPr/>
          <a:lstStyle/>
          <a:p>
            <a:endParaRPr kumimoji="1" lang="zh-CN" altLang="en-US"/>
          </a:p>
        </p:txBody>
      </p:sp>
      <p:sp>
        <p:nvSpPr>
          <p:cNvPr id="4" name="标题 3">
            <a:extLst>
              <a:ext uri="{FF2B5EF4-FFF2-40B4-BE49-F238E27FC236}">
                <a16:creationId xmlns:a16="http://schemas.microsoft.com/office/drawing/2014/main" id="{FE1FCD08-ABD5-DC8A-8EDD-270F9B951556}"/>
              </a:ext>
            </a:extLst>
          </p:cNvPr>
          <p:cNvSpPr>
            <a:spLocks noGrp="1"/>
          </p:cNvSpPr>
          <p:nvPr>
            <p:ph type="title"/>
          </p:nvPr>
        </p:nvSpPr>
        <p:spPr/>
        <p:txBody>
          <a:bodyPr/>
          <a:lstStyle/>
          <a:p>
            <a:endParaRPr kumimoji="1" lang="zh-CN" altLang="en-US"/>
          </a:p>
        </p:txBody>
      </p:sp>
    </p:spTree>
    <p:extLst>
      <p:ext uri="{BB962C8B-B14F-4D97-AF65-F5344CB8AC3E}">
        <p14:creationId xmlns:p14="http://schemas.microsoft.com/office/powerpoint/2010/main" val="307163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B98DE14-636A-AB20-1C9E-A2749464BE45}"/>
              </a:ext>
            </a:extLst>
          </p:cNvPr>
          <p:cNvSpPr txBox="1"/>
          <p:nvPr/>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endParaRPr lang="en-US" altLang="zh-CN" sz="1800" b="0" i="0" dirty="0">
              <a:solidFill>
                <a:schemeClr val="bg1"/>
              </a:solidFill>
              <a:latin typeface="Microsoft YaHei" panose="020B0503020204020204" pitchFamily="34" charset="-122"/>
              <a:ea typeface="Microsoft YaHei" panose="020B0503020204020204" pitchFamily="34" charset="-122"/>
            </a:endParaRPr>
          </a:p>
        </p:txBody>
      </p:sp>
      <p:sp>
        <p:nvSpPr>
          <p:cNvPr id="3" name="标题 2">
            <a:extLst>
              <a:ext uri="{FF2B5EF4-FFF2-40B4-BE49-F238E27FC236}">
                <a16:creationId xmlns:a16="http://schemas.microsoft.com/office/drawing/2014/main" id="{1DE9F9CA-C46F-B18C-0433-AC6ED4F52EE6}"/>
              </a:ext>
            </a:extLst>
          </p:cNvPr>
          <p:cNvSpPr txBox="1">
            <a:spLocks/>
          </p:cNvSpPr>
          <p:nvPr/>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1" i="0" dirty="0">
                <a:solidFill>
                  <a:srgbClr val="FFC000"/>
                </a:solidFill>
                <a:latin typeface="Microsoft YaHei" panose="020B0503020204020204" pitchFamily="34" charset="-122"/>
                <a:ea typeface="Microsoft YaHei" panose="020B0503020204020204" pitchFamily="34" charset="-122"/>
              </a:rPr>
              <a:t>备注说明 </a:t>
            </a:r>
            <a:r>
              <a:rPr lang="en-US" altLang="zh-CN" sz="2700" b="1" dirty="0">
                <a:solidFill>
                  <a:srgbClr val="FFC000"/>
                </a:solidFill>
                <a:latin typeface="微软雅黑" panose="020B0503020204020204" charset="-122"/>
                <a:ea typeface="微软雅黑" panose="020B0503020204020204" charset="-122"/>
              </a:rPr>
              <a:t>Remarks</a:t>
            </a:r>
            <a:endParaRPr kumimoji="1" lang="zh-CN" altLang="en-US" sz="2700" b="0" i="0" dirty="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34E4A11D-EF0D-0B80-D727-61364DB03261}"/>
              </a:ext>
            </a:extLst>
          </p:cNvPr>
          <p:cNvSpPr txBox="1"/>
          <p:nvPr/>
        </p:nvSpPr>
        <p:spPr>
          <a:xfrm>
            <a:off x="526775" y="4005469"/>
            <a:ext cx="5596404" cy="1569660"/>
          </a:xfrm>
          <a:prstGeom prst="rect">
            <a:avLst/>
          </a:prstGeom>
          <a:noFill/>
        </p:spPr>
        <p:txBody>
          <a:bodyPr wrap="none" rtlCol="0">
            <a:spAutoFit/>
          </a:bodyPr>
          <a:lstStyle/>
          <a:p>
            <a:r>
              <a:rPr kumimoji="1" lang="en-US" altLang="zh-CN" sz="3200" dirty="0">
                <a:solidFill>
                  <a:schemeClr val="bg1"/>
                </a:solidFill>
                <a:latin typeface="Microsoft YaHei" panose="020B0503020204020204" pitchFamily="34" charset="-122"/>
                <a:ea typeface="Microsoft YaHei" panose="020B0503020204020204" pitchFamily="34" charset="-122"/>
              </a:rPr>
              <a:t>2.</a:t>
            </a:r>
            <a:r>
              <a:rPr kumimoji="1" lang="zh-CN" altLang="en-US" sz="3200" dirty="0">
                <a:solidFill>
                  <a:schemeClr val="bg1"/>
                </a:solidFill>
                <a:latin typeface="Microsoft YaHei" panose="020B0503020204020204" pitchFamily="34" charset="-122"/>
                <a:ea typeface="Microsoft YaHei" panose="020B0503020204020204" pitchFamily="34" charset="-122"/>
              </a:rPr>
              <a:t> 如需要完整的</a:t>
            </a:r>
            <a:r>
              <a:rPr kumimoji="1" lang="en-US" altLang="zh-CN" sz="3200" dirty="0">
                <a:solidFill>
                  <a:schemeClr val="bg1"/>
                </a:solidFill>
                <a:latin typeface="Microsoft YaHei" panose="020B0503020204020204" pitchFamily="34" charset="-122"/>
                <a:ea typeface="Microsoft YaHei" panose="020B0503020204020204" pitchFamily="34" charset="-122"/>
              </a:rPr>
              <a:t>ppt</a:t>
            </a:r>
            <a:r>
              <a:rPr kumimoji="1" lang="zh-CN" altLang="en-US" sz="3200" dirty="0">
                <a:solidFill>
                  <a:schemeClr val="bg1"/>
                </a:solidFill>
                <a:latin typeface="Microsoft YaHei" panose="020B0503020204020204" pitchFamily="34" charset="-122"/>
                <a:ea typeface="Microsoft YaHei" panose="020B0503020204020204" pitchFamily="34" charset="-122"/>
              </a:rPr>
              <a:t>图例</a:t>
            </a:r>
            <a:endParaRPr kumimoji="1" lang="en-US" altLang="zh-CN" sz="3200" dirty="0">
              <a:solidFill>
                <a:schemeClr val="bg1"/>
              </a:solidFill>
              <a:latin typeface="Microsoft YaHei" panose="020B0503020204020204" pitchFamily="34" charset="-122"/>
              <a:ea typeface="Microsoft YaHei" panose="020B0503020204020204" pitchFamily="34" charset="-122"/>
            </a:endParaRPr>
          </a:p>
          <a:p>
            <a:r>
              <a:rPr kumimoji="1" lang="zh-CN" altLang="en-US" sz="3200" dirty="0">
                <a:solidFill>
                  <a:schemeClr val="bg1"/>
                </a:solidFill>
                <a:latin typeface="Microsoft YaHei" panose="020B0503020204020204" pitchFamily="34" charset="-122"/>
                <a:ea typeface="Microsoft YaHei" panose="020B0503020204020204" pitchFamily="34" charset="-122"/>
              </a:rPr>
              <a:t>    使用模版请到知识中心下载</a:t>
            </a:r>
          </a:p>
          <a:p>
            <a:endParaRPr kumimoji="1" lang="zh-CN" altLang="en-US" sz="3200" dirty="0">
              <a:solidFill>
                <a:schemeClr val="bg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6998CB60-E777-63BC-2DE2-730EFF752A8D}"/>
              </a:ext>
            </a:extLst>
          </p:cNvPr>
          <p:cNvSpPr txBox="1"/>
          <p:nvPr/>
        </p:nvSpPr>
        <p:spPr>
          <a:xfrm>
            <a:off x="1004722" y="5208481"/>
            <a:ext cx="9291402" cy="1200329"/>
          </a:xfrm>
          <a:prstGeom prst="rect">
            <a:avLst/>
          </a:prstGeom>
          <a:noFill/>
        </p:spPr>
        <p:txBody>
          <a:bodyPr wrap="square" rtlCol="0">
            <a:spAutoFit/>
          </a:bodyPr>
          <a:lstStyle/>
          <a:p>
            <a:r>
              <a:rPr kumimoji="1" lang="zh-CN" altLang="en" dirty="0">
                <a:solidFill>
                  <a:schemeClr val="bg1"/>
                </a:solidFill>
                <a:hlinkClick r:id="rId2">
                  <a:extLst>
                    <a:ext uri="{A12FA001-AC4F-418D-AE19-62706E023703}">
                      <ahyp:hlinkClr xmlns:ahyp="http://schemas.microsoft.com/office/drawing/2018/hyperlinkcolor" val="tx"/>
                    </a:ext>
                  </a:extLst>
                </a:hlinkClick>
              </a:rPr>
              <a:t>下载</a:t>
            </a:r>
            <a:r>
              <a:rPr kumimoji="1" lang="zh-CN" altLang="en-US" dirty="0">
                <a:solidFill>
                  <a:schemeClr val="bg1"/>
                </a:solidFill>
                <a:hlinkClick r:id="rId2">
                  <a:extLst>
                    <a:ext uri="{A12FA001-AC4F-418D-AE19-62706E023703}">
                      <ahyp:hlinkClr xmlns:ahyp="http://schemas.microsoft.com/office/drawing/2018/hyperlinkcolor" val="tx"/>
                    </a:ext>
                  </a:extLst>
                </a:hlinkClick>
              </a:rPr>
              <a:t>地址：</a:t>
            </a:r>
            <a:r>
              <a:rPr kumimoji="1" lang="en" altLang="zh-CN" dirty="0">
                <a:solidFill>
                  <a:schemeClr val="bg1"/>
                </a:solidFill>
                <a:hlinkClick r:id="rId2">
                  <a:extLst>
                    <a:ext uri="{A12FA001-AC4F-418D-AE19-62706E023703}">
                      <ahyp:hlinkClr xmlns:ahyp="http://schemas.microsoft.com/office/drawing/2018/hyperlinkcolor" val="tx"/>
                    </a:ext>
                  </a:extLst>
                </a:hlinkClick>
              </a:rPr>
              <a:t>https://iknow.kingdee.com/inbiz/web/km#/knowledgepreview?boxGuid=1db9ef79-8987-4635-80a4-528f7c921e1f&amp;guid=2397c7fa-0678-4eca-a04e-f1c05ab46d84</a:t>
            </a:r>
            <a:endParaRPr kumimoji="1" lang="en" altLang="zh-CN" dirty="0">
              <a:solidFill>
                <a:schemeClr val="bg1"/>
              </a:solidFill>
            </a:endParaRPr>
          </a:p>
          <a:p>
            <a:endParaRPr kumimoji="1" lang="zh-CN" altLang="en-US" dirty="0">
              <a:solidFill>
                <a:schemeClr val="bg1"/>
              </a:solidFill>
            </a:endParaRPr>
          </a:p>
        </p:txBody>
      </p:sp>
      <p:sp>
        <p:nvSpPr>
          <p:cNvPr id="9" name="文本框 8">
            <a:extLst>
              <a:ext uri="{FF2B5EF4-FFF2-40B4-BE49-F238E27FC236}">
                <a16:creationId xmlns:a16="http://schemas.microsoft.com/office/drawing/2014/main" id="{CE0D5FAA-64F3-69D4-9624-F3988CDB3DA2}"/>
              </a:ext>
            </a:extLst>
          </p:cNvPr>
          <p:cNvSpPr txBox="1"/>
          <p:nvPr/>
        </p:nvSpPr>
        <p:spPr>
          <a:xfrm>
            <a:off x="526774" y="1055374"/>
            <a:ext cx="9487664" cy="1077218"/>
          </a:xfrm>
          <a:prstGeom prst="rect">
            <a:avLst/>
          </a:prstGeom>
          <a:noFill/>
        </p:spPr>
        <p:txBody>
          <a:bodyPr wrap="square" rtlCol="0">
            <a:spAutoFit/>
          </a:bodyPr>
          <a:lstStyle/>
          <a:p>
            <a:r>
              <a:rPr kumimoji="1" lang="en-US" altLang="zh-CN" sz="3200" b="0" i="0" dirty="0">
                <a:solidFill>
                  <a:schemeClr val="bg1"/>
                </a:solidFill>
                <a:latin typeface="Microsoft YaHei" panose="020B0503020204020204" pitchFamily="34" charset="-122"/>
                <a:ea typeface="Microsoft YaHei" panose="020B0503020204020204" pitchFamily="34" charset="-122"/>
              </a:rPr>
              <a:t>1.</a:t>
            </a:r>
            <a:r>
              <a:rPr kumimoji="1" lang="zh-CN" altLang="en-US" sz="3200" b="0" i="0" dirty="0">
                <a:solidFill>
                  <a:schemeClr val="bg1"/>
                </a:solidFill>
                <a:latin typeface="Microsoft YaHei" panose="020B0503020204020204" pitchFamily="34" charset="-122"/>
                <a:ea typeface="Microsoft YaHei" panose="020B0503020204020204" pitchFamily="34" charset="-122"/>
              </a:rPr>
              <a:t> 如果</a:t>
            </a:r>
            <a:r>
              <a:rPr kumimoji="1" lang="en-US" altLang="zh-CN" sz="3200" b="0" i="0" dirty="0">
                <a:solidFill>
                  <a:schemeClr val="bg1"/>
                </a:solidFill>
                <a:latin typeface="Microsoft YaHei" panose="020B0503020204020204" pitchFamily="34" charset="-122"/>
                <a:ea typeface="Microsoft YaHei" panose="020B0503020204020204" pitchFamily="34" charset="-122"/>
              </a:rPr>
              <a:t>ppt</a:t>
            </a:r>
            <a:r>
              <a:rPr kumimoji="1" lang="zh-CN" altLang="en-US" sz="3200" b="0" i="0" dirty="0">
                <a:solidFill>
                  <a:schemeClr val="bg1"/>
                </a:solidFill>
                <a:latin typeface="Microsoft YaHei" panose="020B0503020204020204" pitchFamily="34" charset="-122"/>
                <a:ea typeface="Microsoft YaHei" panose="020B0503020204020204" pitchFamily="34" charset="-122"/>
              </a:rPr>
              <a:t>内容用作打印，建议用白底黑（蓝）字，</a:t>
            </a:r>
            <a:endParaRPr kumimoji="1" lang="en-US" altLang="zh-CN" sz="3200" b="0" i="0" dirty="0">
              <a:solidFill>
                <a:schemeClr val="bg1"/>
              </a:solidFill>
              <a:latin typeface="Microsoft YaHei" panose="020B0503020204020204" pitchFamily="34" charset="-122"/>
              <a:ea typeface="Microsoft YaHei" panose="020B0503020204020204" pitchFamily="34" charset="-122"/>
            </a:endParaRPr>
          </a:p>
          <a:p>
            <a:r>
              <a:rPr kumimoji="1" lang="zh-CN" altLang="en-US" sz="3200" dirty="0">
                <a:solidFill>
                  <a:schemeClr val="bg1"/>
                </a:solidFill>
                <a:latin typeface="Microsoft YaHei" panose="020B0503020204020204" pitchFamily="34" charset="-122"/>
                <a:ea typeface="Microsoft YaHei" panose="020B0503020204020204" pitchFamily="34" charset="-122"/>
              </a:rPr>
              <a:t>    </a:t>
            </a:r>
            <a:r>
              <a:rPr kumimoji="1" lang="zh-CN" altLang="en-US" sz="3200" b="0" i="0" dirty="0">
                <a:solidFill>
                  <a:schemeClr val="bg1"/>
                </a:solidFill>
                <a:latin typeface="Microsoft YaHei" panose="020B0503020204020204" pitchFamily="34" charset="-122"/>
                <a:ea typeface="Microsoft YaHei" panose="020B0503020204020204" pitchFamily="34" charset="-122"/>
              </a:rPr>
              <a:t>若需用蓝底或深色底请用白字</a:t>
            </a:r>
          </a:p>
        </p:txBody>
      </p:sp>
    </p:spTree>
    <p:extLst>
      <p:ext uri="{BB962C8B-B14F-4D97-AF65-F5344CB8AC3E}">
        <p14:creationId xmlns:p14="http://schemas.microsoft.com/office/powerpoint/2010/main" val="1714092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990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1535205"/>
      </p:ext>
    </p:extLst>
  </p:cSld>
  <p:clrMapOvr>
    <a:masterClrMapping/>
  </p:clrMapOvr>
</p:sld>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15724</TotalTime>
  <Words>83</Words>
  <Application>Microsoft Office PowerPoint</Application>
  <PresentationFormat>宽屏</PresentationFormat>
  <Paragraphs>13</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Wingdings</vt:lpstr>
      <vt:lpstr>微软雅黑</vt:lpstr>
      <vt:lpstr>Arial</vt:lpstr>
      <vt:lpstr>微软雅黑</vt:lpstr>
      <vt:lpstr>1_Office 主题​​</vt:lpstr>
      <vt:lpstr>PowerPoint 演示文稿</vt:lpstr>
      <vt:lpstr>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498</cp:revision>
  <dcterms:created xsi:type="dcterms:W3CDTF">2022-05-26T11:12:00Z</dcterms:created>
  <dcterms:modified xsi:type="dcterms:W3CDTF">2025-10-14T07:32:24Z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2052-11.1.0.9192</vt:lpwstr>
  </property>
</Properties>
</file>